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5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8" r:id="rId3"/>
    <p:sldId id="27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9912"/>
    <a:srgbClr val="FF6B6B"/>
    <a:srgbClr val="FFF9F4"/>
    <a:srgbClr val="0146CF"/>
    <a:srgbClr val="4ECD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39927-E994-49D0-B1CC-285E1E2270C9}" v="99" dt="2026-04-27T18:22:08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Mañan" userId="f8fa98024bbc244b" providerId="LiveId" clId="{BFF857C3-D08E-4A29-A6EE-0D8C68FF9E05}"/>
    <pc:docChg chg="undo custSel addSld delSld modSld modMainMaster">
      <pc:chgData name="Osvaldo Mañan" userId="f8fa98024bbc244b" providerId="LiveId" clId="{BFF857C3-D08E-4A29-A6EE-0D8C68FF9E05}" dt="2026-04-27T18:22:08.613" v="972"/>
      <pc:docMkLst>
        <pc:docMk/>
      </pc:docMkLst>
      <pc:sldChg chg="addSp delSp modSp mod modTransition setBg">
        <pc:chgData name="Osvaldo Mañan" userId="f8fa98024bbc244b" providerId="LiveId" clId="{BFF857C3-D08E-4A29-A6EE-0D8C68FF9E05}" dt="2026-04-27T18:20:23.212" v="948"/>
        <pc:sldMkLst>
          <pc:docMk/>
          <pc:sldMk cId="0" sldId="256"/>
        </pc:sldMkLst>
        <pc:spChg chg="del mod">
          <ac:chgData name="Osvaldo Mañan" userId="f8fa98024bbc244b" providerId="LiveId" clId="{BFF857C3-D08E-4A29-A6EE-0D8C68FF9E05}" dt="2026-04-27T12:57:50.698" v="205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Osvaldo Mañan" userId="f8fa98024bbc244b" providerId="LiveId" clId="{BFF857C3-D08E-4A29-A6EE-0D8C68FF9E05}" dt="2026-04-27T12:57:52.279" v="207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3:11.156" v="366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13.539" v="561" actId="15"/>
          <ac:spMkLst>
            <pc:docMk/>
            <pc:sldMk cId="0" sldId="256"/>
            <ac:spMk id="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26.276" v="566" actId="404"/>
          <ac:spMkLst>
            <pc:docMk/>
            <pc:sldMk cId="0" sldId="256"/>
            <ac:spMk id="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3:21.843" v="370" actId="20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3:18.115" v="369" actId="20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3:00:05.066" v="254" actId="403"/>
          <ac:spMkLst>
            <pc:docMk/>
            <pc:sldMk cId="0" sldId="256"/>
            <ac:spMk id="20" creationId="{00000000-0000-0000-0000-000000000000}"/>
          </ac:spMkLst>
        </pc:spChg>
        <pc:spChg chg="add">
          <ac:chgData name="Osvaldo Mañan" userId="f8fa98024bbc244b" providerId="LiveId" clId="{BFF857C3-D08E-4A29-A6EE-0D8C68FF9E05}" dt="2026-04-27T12:49:39.441" v="53"/>
          <ac:spMkLst>
            <pc:docMk/>
            <pc:sldMk cId="0" sldId="256"/>
            <ac:spMk id="21" creationId="{985329BA-695F-84EA-B3B4-148E56881593}"/>
          </ac:spMkLst>
        </pc:spChg>
        <pc:spChg chg="add mod ord">
          <ac:chgData name="Osvaldo Mañan" userId="f8fa98024bbc244b" providerId="LiveId" clId="{BFF857C3-D08E-4A29-A6EE-0D8C68FF9E05}" dt="2026-04-27T17:57:41.753" v="935" actId="14100"/>
          <ac:spMkLst>
            <pc:docMk/>
            <pc:sldMk cId="0" sldId="256"/>
            <ac:spMk id="24" creationId="{750A81E6-A220-DF60-5827-1EF5BE470468}"/>
          </ac:spMkLst>
        </pc:spChg>
        <pc:grpChg chg="add mod">
          <ac:chgData name="Osvaldo Mañan" userId="f8fa98024bbc244b" providerId="LiveId" clId="{BFF857C3-D08E-4A29-A6EE-0D8C68FF9E05}" dt="2026-04-27T16:38:10.443" v="596" actId="1076"/>
          <ac:grpSpMkLst>
            <pc:docMk/>
            <pc:sldMk cId="0" sldId="256"/>
            <ac:grpSpMk id="25" creationId="{72132C5A-01A3-5340-F98B-8EFCCB38A1B2}"/>
          </ac:grpSpMkLst>
        </pc:grpChg>
        <pc:picChg chg="add del mod modCrop">
          <ac:chgData name="Osvaldo Mañan" userId="f8fa98024bbc244b" providerId="LiveId" clId="{BFF857C3-D08E-4A29-A6EE-0D8C68FF9E05}" dt="2026-04-27T12:51:46.546" v="98" actId="21"/>
          <ac:picMkLst>
            <pc:docMk/>
            <pc:sldMk cId="0" sldId="256"/>
            <ac:picMk id="23" creationId="{DFCF308A-69A8-CCC0-1C09-889A9A7EBD69}"/>
          </ac:picMkLst>
        </pc:picChg>
        <pc:picChg chg="mod">
          <ac:chgData name="Osvaldo Mañan" userId="f8fa98024bbc244b" providerId="LiveId" clId="{BFF857C3-D08E-4A29-A6EE-0D8C68FF9E05}" dt="2026-04-27T12:58:26.200" v="217"/>
          <ac:picMkLst>
            <pc:docMk/>
            <pc:sldMk cId="0" sldId="256"/>
            <ac:picMk id="26" creationId="{1220B726-0D6C-B77E-66A3-94119891E1E8}"/>
          </ac:picMkLst>
        </pc:picChg>
        <pc:picChg chg="mod">
          <ac:chgData name="Osvaldo Mañan" userId="f8fa98024bbc244b" providerId="LiveId" clId="{BFF857C3-D08E-4A29-A6EE-0D8C68FF9E05}" dt="2026-04-27T12:58:26.200" v="217"/>
          <ac:picMkLst>
            <pc:docMk/>
            <pc:sldMk cId="0" sldId="256"/>
            <ac:picMk id="27" creationId="{68CCAC5C-3782-825F-AB74-52571C5B9858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0:39.642" v="951"/>
        <pc:sldMkLst>
          <pc:docMk/>
          <pc:sldMk cId="0" sldId="257"/>
        </pc:sldMkLst>
        <pc:spChg chg="mod">
          <ac:chgData name="Osvaldo Mañan" userId="f8fa98024bbc244b" providerId="LiveId" clId="{BFF857C3-D08E-4A29-A6EE-0D8C68FF9E05}" dt="2026-04-27T17:24:51.675" v="617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3:00:11.270" v="255" actId="14100"/>
          <ac:spMkLst>
            <pc:docMk/>
            <pc:sldMk cId="0" sldId="257"/>
            <ac:spMk id="7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4:12.969" v="155" actId="164"/>
          <ac:grpSpMkLst>
            <pc:docMk/>
            <pc:sldMk cId="0" sldId="257"/>
            <ac:grpSpMk id="31" creationId="{B6B656AA-F26E-0F2F-0AC5-C1AF6F8B0882}"/>
          </ac:grpSpMkLst>
        </pc:grpChg>
        <pc:picChg chg="add mod modCrop">
          <ac:chgData name="Osvaldo Mañan" userId="f8fa98024bbc244b" providerId="LiveId" clId="{BFF857C3-D08E-4A29-A6EE-0D8C68FF9E05}" dt="2026-04-27T12:54:12.969" v="155" actId="164"/>
          <ac:picMkLst>
            <pc:docMk/>
            <pc:sldMk cId="0" sldId="257"/>
            <ac:picMk id="28" creationId="{DFCF308A-69A8-CCC0-1C09-889A9A7EBD69}"/>
          </ac:picMkLst>
        </pc:picChg>
        <pc:picChg chg="add mod modCrop">
          <ac:chgData name="Osvaldo Mañan" userId="f8fa98024bbc244b" providerId="LiveId" clId="{BFF857C3-D08E-4A29-A6EE-0D8C68FF9E05}" dt="2026-04-27T12:54:12.969" v="155" actId="164"/>
          <ac:picMkLst>
            <pc:docMk/>
            <pc:sldMk cId="0" sldId="257"/>
            <ac:picMk id="30" creationId="{CF881C1F-D917-063D-924C-502F70AD032C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0:42.273" v="952"/>
        <pc:sldMkLst>
          <pc:docMk/>
          <pc:sldMk cId="0" sldId="258"/>
        </pc:sldMkLst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04.806" v="521" actId="40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7:31.671" v="25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7:34.408" v="26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7:41.135" v="29" actId="122"/>
          <ac:spMkLst>
            <pc:docMk/>
            <pc:sldMk cId="0" sldId="258"/>
            <ac:spMk id="2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7:37.468" v="27" actId="14100"/>
          <ac:spMkLst>
            <pc:docMk/>
            <pc:sldMk cId="0" sldId="258"/>
            <ac:spMk id="25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4:14.930" v="156"/>
          <ac:grpSpMkLst>
            <pc:docMk/>
            <pc:sldMk cId="0" sldId="258"/>
            <ac:grpSpMk id="26" creationId="{F4A28186-D87D-EFF7-781D-4B94121255EA}"/>
          </ac:grpSpMkLst>
        </pc:grpChg>
        <pc:picChg chg="mod">
          <ac:chgData name="Osvaldo Mañan" userId="f8fa98024bbc244b" providerId="LiveId" clId="{BFF857C3-D08E-4A29-A6EE-0D8C68FF9E05}" dt="2026-04-27T12:54:14.930" v="156"/>
          <ac:picMkLst>
            <pc:docMk/>
            <pc:sldMk cId="0" sldId="258"/>
            <ac:picMk id="27" creationId="{FE2FA5CD-2B83-46FF-B883-AB55E07E988C}"/>
          </ac:picMkLst>
        </pc:picChg>
        <pc:picChg chg="mod">
          <ac:chgData name="Osvaldo Mañan" userId="f8fa98024bbc244b" providerId="LiveId" clId="{BFF857C3-D08E-4A29-A6EE-0D8C68FF9E05}" dt="2026-04-27T12:54:14.930" v="156"/>
          <ac:picMkLst>
            <pc:docMk/>
            <pc:sldMk cId="0" sldId="258"/>
            <ac:picMk id="28" creationId="{C6F882D2-4D45-9253-0719-FB05D7EBACC6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0:45.241" v="953"/>
        <pc:sldMkLst>
          <pc:docMk/>
          <pc:sldMk cId="0" sldId="259"/>
        </pc:sldMkLst>
        <pc:spChg chg="mod">
          <ac:chgData name="Osvaldo Mañan" userId="f8fa98024bbc244b" providerId="LiveId" clId="{BFF857C3-D08E-4A29-A6EE-0D8C68FF9E05}" dt="2026-04-27T12:48:01.717" v="33" actId="14100"/>
          <ac:spMkLst>
            <pc:docMk/>
            <pc:sldMk cId="0" sldId="259"/>
            <ac:spMk id="13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4:16.175" v="157"/>
          <ac:grpSpMkLst>
            <pc:docMk/>
            <pc:sldMk cId="0" sldId="259"/>
            <ac:grpSpMk id="14" creationId="{DF3DEECC-F92C-4BA5-DA6B-B023E843B303}"/>
          </ac:grpSpMkLst>
        </pc:grpChg>
        <pc:picChg chg="mod">
          <ac:chgData name="Osvaldo Mañan" userId="f8fa98024bbc244b" providerId="LiveId" clId="{BFF857C3-D08E-4A29-A6EE-0D8C68FF9E05}" dt="2026-04-27T12:54:16.175" v="157"/>
          <ac:picMkLst>
            <pc:docMk/>
            <pc:sldMk cId="0" sldId="259"/>
            <ac:picMk id="15" creationId="{13CF085D-A81B-DD2F-F289-EC74E308AF18}"/>
          </ac:picMkLst>
        </pc:picChg>
        <pc:picChg chg="mod">
          <ac:chgData name="Osvaldo Mañan" userId="f8fa98024bbc244b" providerId="LiveId" clId="{BFF857C3-D08E-4A29-A6EE-0D8C68FF9E05}" dt="2026-04-27T12:54:16.175" v="157"/>
          <ac:picMkLst>
            <pc:docMk/>
            <pc:sldMk cId="0" sldId="259"/>
            <ac:picMk id="16" creationId="{3634EF0E-AF7F-AAE6-5E23-3F0D3359D67F}"/>
          </ac:picMkLst>
        </pc:picChg>
      </pc:sldChg>
      <pc:sldChg chg="addSp delSp modSp mod modTransition setBg">
        <pc:chgData name="Osvaldo Mañan" userId="f8fa98024bbc244b" providerId="LiveId" clId="{BFF857C3-D08E-4A29-A6EE-0D8C68FF9E05}" dt="2026-04-27T18:20:48.826" v="954"/>
        <pc:sldMkLst>
          <pc:docMk/>
          <pc:sldMk cId="0" sldId="260"/>
        </pc:sldMkLst>
        <pc:spChg chg="mod">
          <ac:chgData name="Osvaldo Mañan" userId="f8fa98024bbc244b" providerId="LiveId" clId="{BFF857C3-D08E-4A29-A6EE-0D8C68FF9E05}" dt="2026-04-27T15:57:20.386" v="537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3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3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7:22.390" v="538" actId="2057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36" creationId="{00000000-0000-0000-0000-000000000000}"/>
          </ac:spMkLst>
        </pc:spChg>
        <pc:spChg chg="add del">
          <ac:chgData name="Osvaldo Mañan" userId="f8fa98024bbc244b" providerId="LiveId" clId="{BFF857C3-D08E-4A29-A6EE-0D8C68FF9E05}" dt="2026-04-27T15:57:27.417" v="540" actId="478"/>
          <ac:spMkLst>
            <pc:docMk/>
            <pc:sldMk cId="0" sldId="260"/>
            <ac:spMk id="3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7:28.944" v="541" actId="2057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41" creationId="{00000000-0000-0000-0000-000000000000}"/>
          </ac:spMkLst>
        </pc:spChg>
        <pc:spChg chg="add del mod">
          <ac:chgData name="Osvaldo Mañan" userId="f8fa98024bbc244b" providerId="LiveId" clId="{BFF857C3-D08E-4A29-A6EE-0D8C68FF9E05}" dt="2026-04-27T15:57:34.837" v="543" actId="478"/>
          <ac:spMkLst>
            <pc:docMk/>
            <pc:sldMk cId="0" sldId="260"/>
            <ac:spMk id="4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7:36.550" v="544" actId="20577"/>
          <ac:spMkLst>
            <pc:docMk/>
            <pc:sldMk cId="0" sldId="260"/>
            <ac:spMk id="4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7:38.186" v="545" actId="20577"/>
          <ac:spMkLst>
            <pc:docMk/>
            <pc:sldMk cId="0" sldId="260"/>
            <ac:spMk id="4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4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18.347" v="37" actId="404"/>
          <ac:spMkLst>
            <pc:docMk/>
            <pc:sldMk cId="0" sldId="260"/>
            <ac:spMk id="49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4:28.168" v="158"/>
          <ac:grpSpMkLst>
            <pc:docMk/>
            <pc:sldMk cId="0" sldId="260"/>
            <ac:grpSpMk id="50" creationId="{ABFCBD89-F828-4615-0032-7DEC9410C07C}"/>
          </ac:grpSpMkLst>
        </pc:grpChg>
        <pc:picChg chg="mod">
          <ac:chgData name="Osvaldo Mañan" userId="f8fa98024bbc244b" providerId="LiveId" clId="{BFF857C3-D08E-4A29-A6EE-0D8C68FF9E05}" dt="2026-04-27T12:54:28.168" v="158"/>
          <ac:picMkLst>
            <pc:docMk/>
            <pc:sldMk cId="0" sldId="260"/>
            <ac:picMk id="51" creationId="{27D724B5-18F8-7718-8BC8-5C3DF4F13DF1}"/>
          </ac:picMkLst>
        </pc:picChg>
        <pc:picChg chg="mod">
          <ac:chgData name="Osvaldo Mañan" userId="f8fa98024bbc244b" providerId="LiveId" clId="{BFF857C3-D08E-4A29-A6EE-0D8C68FF9E05}" dt="2026-04-27T12:54:28.168" v="158"/>
          <ac:picMkLst>
            <pc:docMk/>
            <pc:sldMk cId="0" sldId="260"/>
            <ac:picMk id="52" creationId="{A3FF6440-605D-BF6F-22A7-CEDF343BFE50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0:52.656" v="955"/>
        <pc:sldMkLst>
          <pc:docMk/>
          <pc:sldMk cId="0" sldId="261"/>
        </pc:sldMkLst>
        <pc:spChg chg="mod">
          <ac:chgData name="Osvaldo Mañan" userId="f8fa98024bbc244b" providerId="LiveId" clId="{BFF857C3-D08E-4A29-A6EE-0D8C68FF9E05}" dt="2026-04-27T15:52:10.798" v="505" actId="12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1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35.781" v="42" actId="123"/>
          <ac:spMkLst>
            <pc:docMk/>
            <pc:sldMk cId="0" sldId="261"/>
            <ac:spMk id="21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4:29.439" v="159"/>
          <ac:grpSpMkLst>
            <pc:docMk/>
            <pc:sldMk cId="0" sldId="261"/>
            <ac:grpSpMk id="22" creationId="{113E343E-6564-346C-B4F6-388296D98443}"/>
          </ac:grpSpMkLst>
        </pc:grpChg>
        <pc:picChg chg="mod">
          <ac:chgData name="Osvaldo Mañan" userId="f8fa98024bbc244b" providerId="LiveId" clId="{BFF857C3-D08E-4A29-A6EE-0D8C68FF9E05}" dt="2026-04-27T12:54:29.439" v="159"/>
          <ac:picMkLst>
            <pc:docMk/>
            <pc:sldMk cId="0" sldId="261"/>
            <ac:picMk id="23" creationId="{32C80BC6-75F5-55FC-A15F-EE6DCF8E69FD}"/>
          </ac:picMkLst>
        </pc:picChg>
        <pc:picChg chg="mod">
          <ac:chgData name="Osvaldo Mañan" userId="f8fa98024bbc244b" providerId="LiveId" clId="{BFF857C3-D08E-4A29-A6EE-0D8C68FF9E05}" dt="2026-04-27T12:54:29.439" v="159"/>
          <ac:picMkLst>
            <pc:docMk/>
            <pc:sldMk cId="0" sldId="261"/>
            <ac:picMk id="24" creationId="{A746E27A-BC8F-5B07-ADA0-2186BE39F7CB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10.721" v="956"/>
        <pc:sldMkLst>
          <pc:docMk/>
          <pc:sldMk cId="0" sldId="262"/>
        </pc:sldMkLst>
        <pc:spChg chg="mod">
          <ac:chgData name="Osvaldo Mañan" userId="f8fa98024bbc244b" providerId="LiveId" clId="{BFF857C3-D08E-4A29-A6EE-0D8C68FF9E05}" dt="2026-04-27T12:48:55.056" v="49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8:57.899" v="50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8.557" v="501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49:09.723" v="52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34.274" v="500" actId="123"/>
          <ac:spMkLst>
            <pc:docMk/>
            <pc:sldMk cId="0" sldId="262"/>
            <ac:spMk id="1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23.513" v="494" actId="403"/>
          <ac:spMkLst>
            <pc:docMk/>
            <pc:sldMk cId="0" sldId="262"/>
            <ac:spMk id="2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19.869" v="493" actId="403"/>
          <ac:spMkLst>
            <pc:docMk/>
            <pc:sldMk cId="0" sldId="262"/>
            <ac:spMk id="23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4:30.860" v="160"/>
          <ac:grpSpMkLst>
            <pc:docMk/>
            <pc:sldMk cId="0" sldId="262"/>
            <ac:grpSpMk id="24" creationId="{E0754146-602A-3A2B-D542-7595D09BDFCD}"/>
          </ac:grpSpMkLst>
        </pc:grpChg>
        <pc:picChg chg="mod">
          <ac:chgData name="Osvaldo Mañan" userId="f8fa98024bbc244b" providerId="LiveId" clId="{BFF857C3-D08E-4A29-A6EE-0D8C68FF9E05}" dt="2026-04-27T12:54:30.860" v="160"/>
          <ac:picMkLst>
            <pc:docMk/>
            <pc:sldMk cId="0" sldId="262"/>
            <ac:picMk id="25" creationId="{DB9AC030-D2AF-E7A3-4A4E-10A962CEBDE7}"/>
          </ac:picMkLst>
        </pc:picChg>
        <pc:picChg chg="mod">
          <ac:chgData name="Osvaldo Mañan" userId="f8fa98024bbc244b" providerId="LiveId" clId="{BFF857C3-D08E-4A29-A6EE-0D8C68FF9E05}" dt="2026-04-27T12:54:30.860" v="160"/>
          <ac:picMkLst>
            <pc:docMk/>
            <pc:sldMk cId="0" sldId="262"/>
            <ac:picMk id="26" creationId="{04CF2BB0-7BF7-D161-3C36-5789E73A7D86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14.993" v="957"/>
        <pc:sldMkLst>
          <pc:docMk/>
          <pc:sldMk cId="0" sldId="263"/>
        </pc:sldMkLst>
        <pc:spChg chg="mod">
          <ac:chgData name="Osvaldo Mañan" userId="f8fa98024bbc244b" providerId="LiveId" clId="{BFF857C3-D08E-4A29-A6EE-0D8C68FF9E05}" dt="2026-04-27T15:58:36.750" v="569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36.750" v="569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36.750" v="569" actId="403"/>
          <ac:spMkLst>
            <pc:docMk/>
            <pc:sldMk cId="0" sldId="263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36.750" v="569" actId="403"/>
          <ac:spMkLst>
            <pc:docMk/>
            <pc:sldMk cId="0" sldId="263"/>
            <ac:spMk id="1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3:08.680" v="489" actId="123"/>
          <ac:spMkLst>
            <pc:docMk/>
            <pc:sldMk cId="0" sldId="263"/>
            <ac:spMk id="36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20.199" v="161"/>
          <ac:grpSpMkLst>
            <pc:docMk/>
            <pc:sldMk cId="0" sldId="263"/>
            <ac:grpSpMk id="37" creationId="{8F70216A-D902-A605-9726-E54AF267D728}"/>
          </ac:grpSpMkLst>
        </pc:grpChg>
        <pc:picChg chg="mod">
          <ac:chgData name="Osvaldo Mañan" userId="f8fa98024bbc244b" providerId="LiveId" clId="{BFF857C3-D08E-4A29-A6EE-0D8C68FF9E05}" dt="2026-04-27T12:55:20.199" v="161"/>
          <ac:picMkLst>
            <pc:docMk/>
            <pc:sldMk cId="0" sldId="263"/>
            <ac:picMk id="38" creationId="{EB6C2534-EC5D-1A96-C38F-4F9372E90E10}"/>
          </ac:picMkLst>
        </pc:picChg>
        <pc:picChg chg="mod">
          <ac:chgData name="Osvaldo Mañan" userId="f8fa98024bbc244b" providerId="LiveId" clId="{BFF857C3-D08E-4A29-A6EE-0D8C68FF9E05}" dt="2026-04-27T12:55:20.199" v="161"/>
          <ac:picMkLst>
            <pc:docMk/>
            <pc:sldMk cId="0" sldId="263"/>
            <ac:picMk id="39" creationId="{E23F7BE5-8BED-4329-AE6D-CA35D8DCD9FE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18.379" v="958"/>
        <pc:sldMkLst>
          <pc:docMk/>
          <pc:sldMk cId="0" sldId="264"/>
        </pc:sldMkLst>
        <pc:spChg chg="mod">
          <ac:chgData name="Osvaldo Mañan" userId="f8fa98024bbc244b" providerId="LiveId" clId="{BFF857C3-D08E-4A29-A6EE-0D8C68FF9E05}" dt="2026-04-27T15:56:17.896" v="525" actId="123"/>
          <ac:spMkLst>
            <pc:docMk/>
            <pc:sldMk cId="0" sldId="264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17.896" v="525" actId="12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17.896" v="525" actId="123"/>
          <ac:spMkLst>
            <pc:docMk/>
            <pc:sldMk cId="0" sldId="264"/>
            <ac:spMk id="11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21.872" v="162"/>
          <ac:grpSpMkLst>
            <pc:docMk/>
            <pc:sldMk cId="0" sldId="264"/>
            <ac:grpSpMk id="12" creationId="{10FCBA4B-810D-166A-2AE0-CC598B3FCD7D}"/>
          </ac:grpSpMkLst>
        </pc:grpChg>
        <pc:picChg chg="mod">
          <ac:chgData name="Osvaldo Mañan" userId="f8fa98024bbc244b" providerId="LiveId" clId="{BFF857C3-D08E-4A29-A6EE-0D8C68FF9E05}" dt="2026-04-27T12:55:21.872" v="162"/>
          <ac:picMkLst>
            <pc:docMk/>
            <pc:sldMk cId="0" sldId="264"/>
            <ac:picMk id="13" creationId="{5FC13C02-7305-6399-4485-BA99C5D417EA}"/>
          </ac:picMkLst>
        </pc:picChg>
        <pc:picChg chg="mod">
          <ac:chgData name="Osvaldo Mañan" userId="f8fa98024bbc244b" providerId="LiveId" clId="{BFF857C3-D08E-4A29-A6EE-0D8C68FF9E05}" dt="2026-04-27T12:55:21.872" v="162"/>
          <ac:picMkLst>
            <pc:docMk/>
            <pc:sldMk cId="0" sldId="264"/>
            <ac:picMk id="14" creationId="{C0DB4F23-5E29-58FA-0ECF-933C04224A4F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21.773" v="959"/>
        <pc:sldMkLst>
          <pc:docMk/>
          <pc:sldMk cId="0" sldId="265"/>
        </pc:sldMkLst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1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2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2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2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8:46.623" v="574" actId="122"/>
          <ac:spMkLst>
            <pc:docMk/>
            <pc:sldMk cId="0" sldId="265"/>
            <ac:spMk id="25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23.553" v="163"/>
          <ac:grpSpMkLst>
            <pc:docMk/>
            <pc:sldMk cId="0" sldId="265"/>
            <ac:grpSpMk id="26" creationId="{65206ED2-0F1B-35B7-4E6D-D40E769AE4BF}"/>
          </ac:grpSpMkLst>
        </pc:grpChg>
        <pc:picChg chg="mod">
          <ac:chgData name="Osvaldo Mañan" userId="f8fa98024bbc244b" providerId="LiveId" clId="{BFF857C3-D08E-4A29-A6EE-0D8C68FF9E05}" dt="2026-04-27T12:55:23.553" v="163"/>
          <ac:picMkLst>
            <pc:docMk/>
            <pc:sldMk cId="0" sldId="265"/>
            <ac:picMk id="27" creationId="{63226C00-A068-3E37-3F6F-EE1C2DA89773}"/>
          </ac:picMkLst>
        </pc:picChg>
        <pc:picChg chg="mod">
          <ac:chgData name="Osvaldo Mañan" userId="f8fa98024bbc244b" providerId="LiveId" clId="{BFF857C3-D08E-4A29-A6EE-0D8C68FF9E05}" dt="2026-04-27T12:55:23.553" v="163"/>
          <ac:picMkLst>
            <pc:docMk/>
            <pc:sldMk cId="0" sldId="265"/>
            <ac:picMk id="28" creationId="{32208AE9-5FB9-B97E-E016-56D06D6A922F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27.937" v="960"/>
        <pc:sldMkLst>
          <pc:docMk/>
          <pc:sldMk cId="0" sldId="266"/>
        </pc:sldMkLst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2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2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3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3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27.957" v="529" actId="403"/>
          <ac:spMkLst>
            <pc:docMk/>
            <pc:sldMk cId="0" sldId="266"/>
            <ac:spMk id="37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26.029" v="164"/>
          <ac:grpSpMkLst>
            <pc:docMk/>
            <pc:sldMk cId="0" sldId="266"/>
            <ac:grpSpMk id="40" creationId="{77D7460E-2927-3C96-A437-1B1E7E28A5D4}"/>
          </ac:grpSpMkLst>
        </pc:grpChg>
        <pc:picChg chg="mod">
          <ac:chgData name="Osvaldo Mañan" userId="f8fa98024bbc244b" providerId="LiveId" clId="{BFF857C3-D08E-4A29-A6EE-0D8C68FF9E05}" dt="2026-04-27T12:55:26.029" v="164"/>
          <ac:picMkLst>
            <pc:docMk/>
            <pc:sldMk cId="0" sldId="266"/>
            <ac:picMk id="41" creationId="{0B16AD54-C515-8F1D-FE5A-71F06C1334DB}"/>
          </ac:picMkLst>
        </pc:picChg>
        <pc:picChg chg="mod">
          <ac:chgData name="Osvaldo Mañan" userId="f8fa98024bbc244b" providerId="LiveId" clId="{BFF857C3-D08E-4A29-A6EE-0D8C68FF9E05}" dt="2026-04-27T12:55:26.029" v="164"/>
          <ac:picMkLst>
            <pc:docMk/>
            <pc:sldMk cId="0" sldId="266"/>
            <ac:picMk id="42" creationId="{BA736D3A-BE5B-CAAE-57E1-B9E5DEABE472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30.370" v="961"/>
        <pc:sldMkLst>
          <pc:docMk/>
          <pc:sldMk cId="0" sldId="267"/>
        </pc:sldMkLst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44.259" v="536" actId="40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2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3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6:37.835" v="534" actId="404"/>
          <ac:spMkLst>
            <pc:docMk/>
            <pc:sldMk cId="0" sldId="267"/>
            <ac:spMk id="3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48.004" v="484" actId="123"/>
          <ac:spMkLst>
            <pc:docMk/>
            <pc:sldMk cId="0" sldId="267"/>
            <ac:spMk id="34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27.314" v="165"/>
          <ac:grpSpMkLst>
            <pc:docMk/>
            <pc:sldMk cId="0" sldId="267"/>
            <ac:grpSpMk id="35" creationId="{A7E2AF8F-B986-F570-DAD4-E36062455219}"/>
          </ac:grpSpMkLst>
        </pc:grpChg>
        <pc:picChg chg="mod">
          <ac:chgData name="Osvaldo Mañan" userId="f8fa98024bbc244b" providerId="LiveId" clId="{BFF857C3-D08E-4A29-A6EE-0D8C68FF9E05}" dt="2026-04-27T12:55:27.314" v="165"/>
          <ac:picMkLst>
            <pc:docMk/>
            <pc:sldMk cId="0" sldId="267"/>
            <ac:picMk id="36" creationId="{0514A52C-4487-B64D-6843-3A67E8BEEE6C}"/>
          </ac:picMkLst>
        </pc:picChg>
        <pc:picChg chg="mod">
          <ac:chgData name="Osvaldo Mañan" userId="f8fa98024bbc244b" providerId="LiveId" clId="{BFF857C3-D08E-4A29-A6EE-0D8C68FF9E05}" dt="2026-04-27T12:55:27.314" v="165"/>
          <ac:picMkLst>
            <pc:docMk/>
            <pc:sldMk cId="0" sldId="267"/>
            <ac:picMk id="37" creationId="{55F268F7-D13B-2F3D-7ECD-00C07645342B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34.741" v="962"/>
        <pc:sldMkLst>
          <pc:docMk/>
          <pc:sldMk cId="0" sldId="268"/>
        </pc:sldMkLst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37.197" v="481" actId="403"/>
          <ac:spMkLst>
            <pc:docMk/>
            <pc:sldMk cId="0" sldId="268"/>
            <ac:spMk id="16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28.921" v="166"/>
          <ac:grpSpMkLst>
            <pc:docMk/>
            <pc:sldMk cId="0" sldId="268"/>
            <ac:grpSpMk id="17" creationId="{09CEF901-FF14-3BC0-E653-C81EBBADAD10}"/>
          </ac:grpSpMkLst>
        </pc:grpChg>
        <pc:picChg chg="mod">
          <ac:chgData name="Osvaldo Mañan" userId="f8fa98024bbc244b" providerId="LiveId" clId="{BFF857C3-D08E-4A29-A6EE-0D8C68FF9E05}" dt="2026-04-27T12:55:28.921" v="166"/>
          <ac:picMkLst>
            <pc:docMk/>
            <pc:sldMk cId="0" sldId="268"/>
            <ac:picMk id="18" creationId="{51C92BC3-7C5C-C8BC-7E17-7DDA11688ABB}"/>
          </ac:picMkLst>
        </pc:picChg>
        <pc:picChg chg="mod">
          <ac:chgData name="Osvaldo Mañan" userId="f8fa98024bbc244b" providerId="LiveId" clId="{BFF857C3-D08E-4A29-A6EE-0D8C68FF9E05}" dt="2026-04-27T12:55:28.921" v="166"/>
          <ac:picMkLst>
            <pc:docMk/>
            <pc:sldMk cId="0" sldId="268"/>
            <ac:picMk id="19" creationId="{DCE5E653-F8AA-53EC-3C60-19FB8E04464A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40.674" v="963"/>
        <pc:sldMkLst>
          <pc:docMk/>
          <pc:sldMk cId="0" sldId="269"/>
        </pc:sldMkLst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25.897" v="478" actId="403"/>
          <ac:spMkLst>
            <pc:docMk/>
            <pc:sldMk cId="0" sldId="269"/>
            <ac:spMk id="19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30.273" v="167"/>
          <ac:grpSpMkLst>
            <pc:docMk/>
            <pc:sldMk cId="0" sldId="269"/>
            <ac:grpSpMk id="37" creationId="{D30EBEFE-D334-1497-06FA-D316447F31D2}"/>
          </ac:grpSpMkLst>
        </pc:grpChg>
        <pc:picChg chg="mod">
          <ac:chgData name="Osvaldo Mañan" userId="f8fa98024bbc244b" providerId="LiveId" clId="{BFF857C3-D08E-4A29-A6EE-0D8C68FF9E05}" dt="2026-04-27T12:55:30.273" v="167"/>
          <ac:picMkLst>
            <pc:docMk/>
            <pc:sldMk cId="0" sldId="269"/>
            <ac:picMk id="38" creationId="{602EA0E7-D3B6-3C1B-522E-E77C81804ED8}"/>
          </ac:picMkLst>
        </pc:picChg>
        <pc:picChg chg="mod">
          <ac:chgData name="Osvaldo Mañan" userId="f8fa98024bbc244b" providerId="LiveId" clId="{BFF857C3-D08E-4A29-A6EE-0D8C68FF9E05}" dt="2026-04-27T12:55:30.273" v="167"/>
          <ac:picMkLst>
            <pc:docMk/>
            <pc:sldMk cId="0" sldId="269"/>
            <ac:picMk id="39" creationId="{FDCC335F-1628-D3E1-CD20-077C33389877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43.120" v="964"/>
        <pc:sldMkLst>
          <pc:docMk/>
          <pc:sldMk cId="0" sldId="270"/>
        </pc:sldMkLst>
        <pc:spChg chg="mod">
          <ac:chgData name="Osvaldo Mañan" userId="f8fa98024bbc244b" providerId="LiveId" clId="{BFF857C3-D08E-4A29-A6EE-0D8C68FF9E05}" dt="2026-04-27T15:12:02.416" v="474" actId="255"/>
          <ac:spMkLst>
            <pc:docMk/>
            <pc:sldMk cId="0" sldId="270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12:10.166" v="475" actId="403"/>
          <ac:spMkLst>
            <pc:docMk/>
            <pc:sldMk cId="0" sldId="270"/>
            <ac:spMk id="23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31.472" v="168"/>
          <ac:grpSpMkLst>
            <pc:docMk/>
            <pc:sldMk cId="0" sldId="270"/>
            <ac:grpSpMk id="24" creationId="{7E9A325D-D510-CE56-1521-B835121E3B17}"/>
          </ac:grpSpMkLst>
        </pc:grpChg>
        <pc:picChg chg="mod">
          <ac:chgData name="Osvaldo Mañan" userId="f8fa98024bbc244b" providerId="LiveId" clId="{BFF857C3-D08E-4A29-A6EE-0D8C68FF9E05}" dt="2026-04-27T12:55:31.472" v="168"/>
          <ac:picMkLst>
            <pc:docMk/>
            <pc:sldMk cId="0" sldId="270"/>
            <ac:picMk id="25" creationId="{95AEBF18-2006-0CDC-5369-1986083C0B9C}"/>
          </ac:picMkLst>
        </pc:picChg>
        <pc:picChg chg="mod">
          <ac:chgData name="Osvaldo Mañan" userId="f8fa98024bbc244b" providerId="LiveId" clId="{BFF857C3-D08E-4A29-A6EE-0D8C68FF9E05}" dt="2026-04-27T12:55:31.472" v="168"/>
          <ac:picMkLst>
            <pc:docMk/>
            <pc:sldMk cId="0" sldId="270"/>
            <ac:picMk id="26" creationId="{0249D5B2-1FF0-F8FE-6704-29CC631E5E73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51.546" v="965"/>
        <pc:sldMkLst>
          <pc:docMk/>
          <pc:sldMk cId="0" sldId="271"/>
        </pc:sldMkLst>
        <pc:spChg chg="mod">
          <ac:chgData name="Osvaldo Mañan" userId="f8fa98024bbc244b" providerId="LiveId" clId="{BFF857C3-D08E-4A29-A6EE-0D8C68FF9E05}" dt="2026-04-27T14:59:27.363" v="326" actId="14100"/>
          <ac:spMkLst>
            <pc:docMk/>
            <pc:sldMk cId="0" sldId="271"/>
            <ac:spMk id="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8:20.201" v="298" actId="14100"/>
          <ac:spMkLst>
            <pc:docMk/>
            <pc:sldMk cId="0" sldId="271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8:29.315" v="303" actId="123"/>
          <ac:spMkLst>
            <pc:docMk/>
            <pc:sldMk cId="0" sldId="271"/>
            <ac:spMk id="1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8:38.827" v="309" actId="14100"/>
          <ac:spMkLst>
            <pc:docMk/>
            <pc:sldMk cId="0" sldId="271"/>
            <ac:spMk id="2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9:16.506" v="320" actId="123"/>
          <ac:spMkLst>
            <pc:docMk/>
            <pc:sldMk cId="0" sldId="271"/>
            <ac:spMk id="2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8:50.494" v="315" actId="14100"/>
          <ac:spMkLst>
            <pc:docMk/>
            <pc:sldMk cId="0" sldId="271"/>
            <ac:spMk id="3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9:23.152" v="325" actId="123"/>
          <ac:spMkLst>
            <pc:docMk/>
            <pc:sldMk cId="0" sldId="271"/>
            <ac:spMk id="35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32.612" v="169"/>
          <ac:grpSpMkLst>
            <pc:docMk/>
            <pc:sldMk cId="0" sldId="271"/>
            <ac:grpSpMk id="38" creationId="{9AD17EED-8569-04CF-8B41-E292828BE0E0}"/>
          </ac:grpSpMkLst>
        </pc:grpChg>
        <pc:grpChg chg="add mod">
          <ac:chgData name="Osvaldo Mañan" userId="f8fa98024bbc244b" providerId="LiveId" clId="{BFF857C3-D08E-4A29-A6EE-0D8C68FF9E05}" dt="2026-04-27T12:55:33.759" v="170"/>
          <ac:grpSpMkLst>
            <pc:docMk/>
            <pc:sldMk cId="0" sldId="271"/>
            <ac:grpSpMk id="41" creationId="{A5AE986D-9F3A-CC15-C544-A44AE27F85C8}"/>
          </ac:grpSpMkLst>
        </pc:grpChg>
        <pc:picChg chg="mod">
          <ac:chgData name="Osvaldo Mañan" userId="f8fa98024bbc244b" providerId="LiveId" clId="{BFF857C3-D08E-4A29-A6EE-0D8C68FF9E05}" dt="2026-04-27T12:55:32.612" v="169"/>
          <ac:picMkLst>
            <pc:docMk/>
            <pc:sldMk cId="0" sldId="271"/>
            <ac:picMk id="39" creationId="{2353E8F8-AF62-1355-875B-77EB332DDB37}"/>
          </ac:picMkLst>
        </pc:picChg>
        <pc:picChg chg="mod">
          <ac:chgData name="Osvaldo Mañan" userId="f8fa98024bbc244b" providerId="LiveId" clId="{BFF857C3-D08E-4A29-A6EE-0D8C68FF9E05}" dt="2026-04-27T12:55:32.612" v="169"/>
          <ac:picMkLst>
            <pc:docMk/>
            <pc:sldMk cId="0" sldId="271"/>
            <ac:picMk id="40" creationId="{08362B25-F494-67F0-0FB8-1F2786C0BB22}"/>
          </ac:picMkLst>
        </pc:picChg>
        <pc:picChg chg="mod">
          <ac:chgData name="Osvaldo Mañan" userId="f8fa98024bbc244b" providerId="LiveId" clId="{BFF857C3-D08E-4A29-A6EE-0D8C68FF9E05}" dt="2026-04-27T12:55:33.759" v="170"/>
          <ac:picMkLst>
            <pc:docMk/>
            <pc:sldMk cId="0" sldId="271"/>
            <ac:picMk id="42" creationId="{D9B1613D-6076-3460-1C78-D743FD2171D1}"/>
          </ac:picMkLst>
        </pc:picChg>
        <pc:picChg chg="mod">
          <ac:chgData name="Osvaldo Mañan" userId="f8fa98024bbc244b" providerId="LiveId" clId="{BFF857C3-D08E-4A29-A6EE-0D8C68FF9E05}" dt="2026-04-27T12:55:33.759" v="170"/>
          <ac:picMkLst>
            <pc:docMk/>
            <pc:sldMk cId="0" sldId="271"/>
            <ac:picMk id="43" creationId="{C9240387-5430-9945-846F-DB8807EE55D6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54" v="966"/>
        <pc:sldMkLst>
          <pc:docMk/>
          <pc:sldMk cId="0" sldId="272"/>
        </pc:sldMkLst>
        <pc:spChg chg="mod">
          <ac:chgData name="Osvaldo Mañan" userId="f8fa98024bbc244b" providerId="LiveId" clId="{BFF857C3-D08E-4A29-A6EE-0D8C68FF9E05}" dt="2026-04-27T15:59:02.708" v="575" actId="14100"/>
          <ac:spMkLst>
            <pc:docMk/>
            <pc:sldMk cId="0" sldId="272"/>
            <ac:spMk id="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6:40.665" v="266" actId="123"/>
          <ac:spMkLst>
            <pc:docMk/>
            <pc:sldMk cId="0" sldId="272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6:45.619" v="270" actId="123"/>
          <ac:spMkLst>
            <pc:docMk/>
            <pc:sldMk cId="0" sldId="272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6:54.820" v="276" actId="123"/>
          <ac:spMkLst>
            <pc:docMk/>
            <pc:sldMk cId="0" sldId="272"/>
            <ac:spMk id="2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7:05.219" v="282" actId="123"/>
          <ac:spMkLst>
            <pc:docMk/>
            <pc:sldMk cId="0" sldId="272"/>
            <ac:spMk id="2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7:10.645" v="286" actId="403"/>
          <ac:spMkLst>
            <pc:docMk/>
            <pc:sldMk cId="0" sldId="272"/>
            <ac:spMk id="3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4:57:16.049" v="290" actId="123"/>
          <ac:spMkLst>
            <pc:docMk/>
            <pc:sldMk cId="0" sldId="272"/>
            <ac:spMk id="37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36.094" v="172"/>
          <ac:grpSpMkLst>
            <pc:docMk/>
            <pc:sldMk cId="0" sldId="272"/>
            <ac:grpSpMk id="38" creationId="{38991D3C-344F-89E3-E378-B83D157D2B96}"/>
          </ac:grpSpMkLst>
        </pc:grpChg>
        <pc:picChg chg="mod">
          <ac:chgData name="Osvaldo Mañan" userId="f8fa98024bbc244b" providerId="LiveId" clId="{BFF857C3-D08E-4A29-A6EE-0D8C68FF9E05}" dt="2026-04-27T12:55:36.094" v="172"/>
          <ac:picMkLst>
            <pc:docMk/>
            <pc:sldMk cId="0" sldId="272"/>
            <ac:picMk id="39" creationId="{E1A3CB10-73AC-9360-5CF5-32D25DB338EF}"/>
          </ac:picMkLst>
        </pc:picChg>
        <pc:picChg chg="mod">
          <ac:chgData name="Osvaldo Mañan" userId="f8fa98024bbc244b" providerId="LiveId" clId="{BFF857C3-D08E-4A29-A6EE-0D8C68FF9E05}" dt="2026-04-27T12:55:36.094" v="172"/>
          <ac:picMkLst>
            <pc:docMk/>
            <pc:sldMk cId="0" sldId="272"/>
            <ac:picMk id="40" creationId="{1E97E04A-BEF5-FA89-DB78-176F175FAE94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56.595" v="967"/>
        <pc:sldMkLst>
          <pc:docMk/>
          <pc:sldMk cId="0" sldId="273"/>
        </pc:sldMkLst>
        <pc:spChg chg="mod">
          <ac:chgData name="Osvaldo Mañan" userId="f8fa98024bbc244b" providerId="LiveId" clId="{BFF857C3-D08E-4A29-A6EE-0D8C68FF9E05}" dt="2026-04-27T16:01:21.385" v="583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59:31.828" v="582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8:17:13.115" v="939" actId="404"/>
          <ac:spMkLst>
            <pc:docMk/>
            <pc:sldMk cId="0" sldId="273"/>
            <ac:spMk id="11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35.358" v="171"/>
          <ac:grpSpMkLst>
            <pc:docMk/>
            <pc:sldMk cId="0" sldId="273"/>
            <ac:grpSpMk id="33" creationId="{C7353359-D203-AA23-FA10-9A3CC1209428}"/>
          </ac:grpSpMkLst>
        </pc:grpChg>
        <pc:picChg chg="mod">
          <ac:chgData name="Osvaldo Mañan" userId="f8fa98024bbc244b" providerId="LiveId" clId="{BFF857C3-D08E-4A29-A6EE-0D8C68FF9E05}" dt="2026-04-27T12:55:35.358" v="171"/>
          <ac:picMkLst>
            <pc:docMk/>
            <pc:sldMk cId="0" sldId="273"/>
            <ac:picMk id="34" creationId="{1D29FB6B-2566-56CE-40C2-9063B7FB92A2}"/>
          </ac:picMkLst>
        </pc:picChg>
        <pc:picChg chg="mod">
          <ac:chgData name="Osvaldo Mañan" userId="f8fa98024bbc244b" providerId="LiveId" clId="{BFF857C3-D08E-4A29-A6EE-0D8C68FF9E05}" dt="2026-04-27T12:55:35.358" v="171"/>
          <ac:picMkLst>
            <pc:docMk/>
            <pc:sldMk cId="0" sldId="273"/>
            <ac:picMk id="35" creationId="{FD9A6604-C0F0-6947-C30D-5FB5D1690F7E}"/>
          </ac:picMkLst>
        </pc:picChg>
        <pc:picChg chg="add mod modCrop">
          <ac:chgData name="Osvaldo Mañan" userId="f8fa98024bbc244b" providerId="LiveId" clId="{BFF857C3-D08E-4A29-A6EE-0D8C68FF9E05}" dt="2026-04-27T16:05:19.881" v="592" actId="1076"/>
          <ac:picMkLst>
            <pc:docMk/>
            <pc:sldMk cId="0" sldId="273"/>
            <ac:picMk id="37" creationId="{2D055598-03DD-3E0F-427A-47C158048C25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1:59.704" v="968"/>
        <pc:sldMkLst>
          <pc:docMk/>
          <pc:sldMk cId="0" sldId="274"/>
        </pc:sldMkLst>
        <pc:spChg chg="mod">
          <ac:chgData name="Osvaldo Mañan" userId="f8fa98024bbc244b" providerId="LiveId" clId="{BFF857C3-D08E-4A29-A6EE-0D8C68FF9E05}" dt="2026-04-27T15:00:27.458" v="338" actId="14100"/>
          <ac:spMkLst>
            <pc:docMk/>
            <pc:sldMk cId="0" sldId="274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0:37.265" v="342" actId="404"/>
          <ac:spMkLst>
            <pc:docMk/>
            <pc:sldMk cId="0" sldId="274"/>
            <ac:spMk id="21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0:13.388" v="336" actId="404"/>
          <ac:spMkLst>
            <pc:docMk/>
            <pc:sldMk cId="0" sldId="274"/>
            <ac:spMk id="2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0:56.601" v="349" actId="404"/>
          <ac:spMkLst>
            <pc:docMk/>
            <pc:sldMk cId="0" sldId="274"/>
            <ac:spMk id="3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0:56.601" v="349" actId="404"/>
          <ac:spMkLst>
            <pc:docMk/>
            <pc:sldMk cId="0" sldId="274"/>
            <ac:spMk id="4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0:56.601" v="349" actId="404"/>
          <ac:spMkLst>
            <pc:docMk/>
            <pc:sldMk cId="0" sldId="274"/>
            <ac:spMk id="49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37.332" v="173"/>
          <ac:grpSpMkLst>
            <pc:docMk/>
            <pc:sldMk cId="0" sldId="274"/>
            <ac:grpSpMk id="51" creationId="{E6188D0E-8BBC-A15C-3C47-0331989B3D10}"/>
          </ac:grpSpMkLst>
        </pc:grpChg>
        <pc:picChg chg="mod">
          <ac:chgData name="Osvaldo Mañan" userId="f8fa98024bbc244b" providerId="LiveId" clId="{BFF857C3-D08E-4A29-A6EE-0D8C68FF9E05}" dt="2026-04-27T12:55:37.332" v="173"/>
          <ac:picMkLst>
            <pc:docMk/>
            <pc:sldMk cId="0" sldId="274"/>
            <ac:picMk id="52" creationId="{D459BACB-A866-E7BB-5363-C5AD8225C138}"/>
          </ac:picMkLst>
        </pc:picChg>
        <pc:picChg chg="mod">
          <ac:chgData name="Osvaldo Mañan" userId="f8fa98024bbc244b" providerId="LiveId" clId="{BFF857C3-D08E-4A29-A6EE-0D8C68FF9E05}" dt="2026-04-27T12:55:37.332" v="173"/>
          <ac:picMkLst>
            <pc:docMk/>
            <pc:sldMk cId="0" sldId="274"/>
            <ac:picMk id="53" creationId="{CBE1E6DF-A8F2-D78D-3638-4EF27CF4C040}"/>
          </ac:picMkLst>
        </pc:picChg>
      </pc:sldChg>
      <pc:sldChg chg="addSp modSp modTransition setBg">
        <pc:chgData name="Osvaldo Mañan" userId="f8fa98024bbc244b" providerId="LiveId" clId="{BFF857C3-D08E-4A29-A6EE-0D8C68FF9E05}" dt="2026-04-27T18:22:02.238" v="969"/>
        <pc:sldMkLst>
          <pc:docMk/>
          <pc:sldMk cId="0" sldId="275"/>
        </pc:sldMkLst>
        <pc:grpChg chg="add mod">
          <ac:chgData name="Osvaldo Mañan" userId="f8fa98024bbc244b" providerId="LiveId" clId="{BFF857C3-D08E-4A29-A6EE-0D8C68FF9E05}" dt="2026-04-27T12:55:38.370" v="174"/>
          <ac:grpSpMkLst>
            <pc:docMk/>
            <pc:sldMk cId="0" sldId="275"/>
            <ac:grpSpMk id="54" creationId="{3E439025-B396-868D-26F2-0D087C0A0CFE}"/>
          </ac:grpSpMkLst>
        </pc:grpChg>
        <pc:picChg chg="mod">
          <ac:chgData name="Osvaldo Mañan" userId="f8fa98024bbc244b" providerId="LiveId" clId="{BFF857C3-D08E-4A29-A6EE-0D8C68FF9E05}" dt="2026-04-27T12:55:38.370" v="174"/>
          <ac:picMkLst>
            <pc:docMk/>
            <pc:sldMk cId="0" sldId="275"/>
            <ac:picMk id="55" creationId="{FFB09975-0272-C539-83BF-F6C3D85D7613}"/>
          </ac:picMkLst>
        </pc:picChg>
        <pc:picChg chg="mod">
          <ac:chgData name="Osvaldo Mañan" userId="f8fa98024bbc244b" providerId="LiveId" clId="{BFF857C3-D08E-4A29-A6EE-0D8C68FF9E05}" dt="2026-04-27T12:55:38.370" v="174"/>
          <ac:picMkLst>
            <pc:docMk/>
            <pc:sldMk cId="0" sldId="275"/>
            <ac:picMk id="56" creationId="{01EA4371-64D3-ABBE-958A-A63368698F13}"/>
          </ac:picMkLst>
        </pc:picChg>
      </pc:sldChg>
      <pc:sldChg chg="addSp delSp modSp mod modTransition setBg">
        <pc:chgData name="Osvaldo Mañan" userId="f8fa98024bbc244b" providerId="LiveId" clId="{BFF857C3-D08E-4A29-A6EE-0D8C68FF9E05}" dt="2026-04-27T18:22:05.024" v="970"/>
        <pc:sldMkLst>
          <pc:docMk/>
          <pc:sldMk cId="0" sldId="276"/>
        </pc:sldMkLst>
        <pc:spChg chg="add del 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7" creationId="{00000000-0000-0000-0000-000000000000}"/>
          </ac:spMkLst>
        </pc:spChg>
        <pc:spChg chg="del">
          <ac:chgData name="Osvaldo Mañan" userId="f8fa98024bbc244b" providerId="LiveId" clId="{BFF857C3-D08E-4A29-A6EE-0D8C68FF9E05}" dt="2026-04-27T12:44:59.134" v="8" actId="478"/>
          <ac:spMkLst>
            <pc:docMk/>
            <pc:sldMk cId="0" sldId="276"/>
            <ac:spMk id="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9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1" creationId="{00000000-0000-0000-0000-000000000000}"/>
          </ac:spMkLst>
        </pc:spChg>
        <pc:spChg chg="del">
          <ac:chgData name="Osvaldo Mañan" userId="f8fa98024bbc244b" providerId="LiveId" clId="{BFF857C3-D08E-4A29-A6EE-0D8C68FF9E05}" dt="2026-04-27T12:44:54.964" v="5" actId="478"/>
          <ac:spMkLst>
            <pc:docMk/>
            <pc:sldMk cId="0" sldId="276"/>
            <ac:spMk id="1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5" creationId="{00000000-0000-0000-0000-000000000000}"/>
          </ac:spMkLst>
        </pc:spChg>
        <pc:spChg chg="del">
          <ac:chgData name="Osvaldo Mañan" userId="f8fa98024bbc244b" providerId="LiveId" clId="{BFF857C3-D08E-4A29-A6EE-0D8C68FF9E05}" dt="2026-04-27T12:44:51.905" v="3" actId="478"/>
          <ac:spMkLst>
            <pc:docMk/>
            <pc:sldMk cId="0" sldId="276"/>
            <ac:spMk id="1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7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8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19" creationId="{00000000-0000-0000-0000-000000000000}"/>
          </ac:spMkLst>
        </pc:spChg>
        <pc:spChg chg="del">
          <ac:chgData name="Osvaldo Mañan" userId="f8fa98024bbc244b" providerId="LiveId" clId="{BFF857C3-D08E-4A29-A6EE-0D8C68FF9E05}" dt="2026-04-27T12:44:53.808" v="4" actId="478"/>
          <ac:spMkLst>
            <pc:docMk/>
            <pc:sldMk cId="0" sldId="276"/>
            <ac:spMk id="20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15.320" v="353" actId="122"/>
          <ac:spMkLst>
            <pc:docMk/>
            <pc:sldMk cId="0" sldId="276"/>
            <ac:spMk id="22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3:00:24.180" v="261" actId="403"/>
          <ac:spMkLst>
            <pc:docMk/>
            <pc:sldMk cId="0" sldId="276"/>
            <ac:spMk id="23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5:41.849" v="177" actId="1076"/>
          <ac:grpSpMkLst>
            <pc:docMk/>
            <pc:sldMk cId="0" sldId="276"/>
            <ac:grpSpMk id="24" creationId="{21A49D1E-2F14-BB60-E79B-AA90243CACEC}"/>
          </ac:grpSpMkLst>
        </pc:grpChg>
        <pc:grpChg chg="add mod">
          <ac:chgData name="Osvaldo Mañan" userId="f8fa98024bbc244b" providerId="LiveId" clId="{BFF857C3-D08E-4A29-A6EE-0D8C68FF9E05}" dt="2026-04-27T12:56:01.689" v="178"/>
          <ac:grpSpMkLst>
            <pc:docMk/>
            <pc:sldMk cId="0" sldId="276"/>
            <ac:grpSpMk id="27" creationId="{1CD0B88E-A3B0-D767-ACCB-CBE2FE5DA558}"/>
          </ac:grpSpMkLst>
        </pc:grpChg>
        <pc:picChg chg="mod">
          <ac:chgData name="Osvaldo Mañan" userId="f8fa98024bbc244b" providerId="LiveId" clId="{BFF857C3-D08E-4A29-A6EE-0D8C68FF9E05}" dt="2026-04-27T12:55:39.876" v="175"/>
          <ac:picMkLst>
            <pc:docMk/>
            <pc:sldMk cId="0" sldId="276"/>
            <ac:picMk id="25" creationId="{2D401CD6-64B9-0614-4100-249722F6B2FC}"/>
          </ac:picMkLst>
        </pc:picChg>
        <pc:picChg chg="mod">
          <ac:chgData name="Osvaldo Mañan" userId="f8fa98024bbc244b" providerId="LiveId" clId="{BFF857C3-D08E-4A29-A6EE-0D8C68FF9E05}" dt="2026-04-27T12:55:39.876" v="175"/>
          <ac:picMkLst>
            <pc:docMk/>
            <pc:sldMk cId="0" sldId="276"/>
            <ac:picMk id="26" creationId="{09A375C4-706B-BDBC-543D-3F32E69BC7B0}"/>
          </ac:picMkLst>
        </pc:picChg>
        <pc:picChg chg="mod">
          <ac:chgData name="Osvaldo Mañan" userId="f8fa98024bbc244b" providerId="LiveId" clId="{BFF857C3-D08E-4A29-A6EE-0D8C68FF9E05}" dt="2026-04-27T12:56:01.689" v="178"/>
          <ac:picMkLst>
            <pc:docMk/>
            <pc:sldMk cId="0" sldId="276"/>
            <ac:picMk id="28" creationId="{3EB7EF73-74EC-6F51-0972-F443CB8DEECC}"/>
          </ac:picMkLst>
        </pc:picChg>
        <pc:picChg chg="mod">
          <ac:chgData name="Osvaldo Mañan" userId="f8fa98024bbc244b" providerId="LiveId" clId="{BFF857C3-D08E-4A29-A6EE-0D8C68FF9E05}" dt="2026-04-27T12:56:01.689" v="178"/>
          <ac:picMkLst>
            <pc:docMk/>
            <pc:sldMk cId="0" sldId="276"/>
            <ac:picMk id="29" creationId="{880E4510-B568-8078-4376-5D1DCC0B1386}"/>
          </ac:picMkLst>
        </pc:picChg>
      </pc:sldChg>
      <pc:sldChg chg="addSp modSp mod modTransition setBg">
        <pc:chgData name="Osvaldo Mañan" userId="f8fa98024bbc244b" providerId="LiveId" clId="{BFF857C3-D08E-4A29-A6EE-0D8C68FF9E05}" dt="2026-04-27T18:22:08.613" v="972"/>
        <pc:sldMkLst>
          <pc:docMk/>
          <pc:sldMk cId="0" sldId="277"/>
        </pc:sldMkLst>
        <pc:spChg chg="mod">
          <ac:chgData name="Osvaldo Mañan" userId="f8fa98024bbc244b" providerId="LiveId" clId="{BFF857C3-D08E-4A29-A6EE-0D8C68FF9E05}" dt="2026-04-27T16:05:34.142" v="595" actId="403"/>
          <ac:spMkLst>
            <pc:docMk/>
            <pc:sldMk cId="0" sldId="277"/>
            <ac:spMk id="3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57:28.086" v="200" actId="207"/>
          <ac:spMkLst>
            <pc:docMk/>
            <pc:sldMk cId="0" sldId="277"/>
            <ac:spMk id="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2:57:01.840" v="193" actId="207"/>
          <ac:spMkLst>
            <pc:docMk/>
            <pc:sldMk cId="0" sldId="277"/>
            <ac:spMk id="5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3:00:32.220" v="262" actId="207"/>
          <ac:spMkLst>
            <pc:docMk/>
            <pc:sldMk cId="0" sldId="277"/>
            <ac:spMk id="6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31.820" v="355" actId="208"/>
          <ac:spMkLst>
            <pc:docMk/>
            <pc:sldMk cId="0" sldId="277"/>
            <ac:spMk id="14" creationId="{00000000-0000-0000-0000-000000000000}"/>
          </ac:spMkLst>
        </pc:spChg>
        <pc:spChg chg="mod">
          <ac:chgData name="Osvaldo Mañan" userId="f8fa98024bbc244b" providerId="LiveId" clId="{BFF857C3-D08E-4A29-A6EE-0D8C68FF9E05}" dt="2026-04-27T15:01:23.891" v="354" actId="207"/>
          <ac:spMkLst>
            <pc:docMk/>
            <pc:sldMk cId="0" sldId="277"/>
            <ac:spMk id="15" creationId="{00000000-0000-0000-0000-000000000000}"/>
          </ac:spMkLst>
        </pc:spChg>
        <pc:grpChg chg="add mod">
          <ac:chgData name="Osvaldo Mañan" userId="f8fa98024bbc244b" providerId="LiveId" clId="{BFF857C3-D08E-4A29-A6EE-0D8C68FF9E05}" dt="2026-04-27T12:57:30.402" v="202" actId="14100"/>
          <ac:grpSpMkLst>
            <pc:docMk/>
            <pc:sldMk cId="0" sldId="277"/>
            <ac:grpSpMk id="19" creationId="{B482AF9F-61B3-9825-84ED-53E9F10E86DC}"/>
          </ac:grpSpMkLst>
        </pc:grpChg>
        <pc:picChg chg="mod">
          <ac:chgData name="Osvaldo Mañan" userId="f8fa98024bbc244b" providerId="LiveId" clId="{BFF857C3-D08E-4A29-A6EE-0D8C68FF9E05}" dt="2026-04-27T12:56:12.976" v="179"/>
          <ac:picMkLst>
            <pc:docMk/>
            <pc:sldMk cId="0" sldId="277"/>
            <ac:picMk id="20" creationId="{27A55FB1-FFFD-EEFA-558F-6BE65A3CEF2F}"/>
          </ac:picMkLst>
        </pc:picChg>
        <pc:picChg chg="mod">
          <ac:chgData name="Osvaldo Mañan" userId="f8fa98024bbc244b" providerId="LiveId" clId="{BFF857C3-D08E-4A29-A6EE-0D8C68FF9E05}" dt="2026-04-27T12:56:12.976" v="179"/>
          <ac:picMkLst>
            <pc:docMk/>
            <pc:sldMk cId="0" sldId="277"/>
            <ac:picMk id="21" creationId="{01B665C6-4814-0F70-11CB-ABF6D3A4D856}"/>
          </ac:picMkLst>
        </pc:picChg>
      </pc:sldChg>
      <pc:sldChg chg="addSp delSp modSp new mod modTransition setBg">
        <pc:chgData name="Osvaldo Mañan" userId="f8fa98024bbc244b" providerId="LiveId" clId="{BFF857C3-D08E-4A29-A6EE-0D8C68FF9E05}" dt="2026-04-27T18:20:28.105" v="949"/>
        <pc:sldMkLst>
          <pc:docMk/>
          <pc:sldMk cId="1786259014" sldId="278"/>
        </pc:sldMkLst>
        <pc:spChg chg="add del">
          <ac:chgData name="Osvaldo Mañan" userId="f8fa98024bbc244b" providerId="LiveId" clId="{BFF857C3-D08E-4A29-A6EE-0D8C68FF9E05}" dt="2026-04-27T15:07:12.663" v="378" actId="22"/>
          <ac:spMkLst>
            <pc:docMk/>
            <pc:sldMk cId="1786259014" sldId="278"/>
            <ac:spMk id="8" creationId="{DB07C825-50FF-C1B3-886F-536E57BDBA07}"/>
          </ac:spMkLst>
        </pc:spChg>
        <pc:spChg chg="add mod">
          <ac:chgData name="Osvaldo Mañan" userId="f8fa98024bbc244b" providerId="LiveId" clId="{BFF857C3-D08E-4A29-A6EE-0D8C68FF9E05}" dt="2026-04-27T15:10:28.630" v="460" actId="1076"/>
          <ac:spMkLst>
            <pc:docMk/>
            <pc:sldMk cId="1786259014" sldId="278"/>
            <ac:spMk id="10" creationId="{B5ADA51E-8466-DFC6-8DEE-0C7BAF0EF651}"/>
          </ac:spMkLst>
        </pc:spChg>
        <pc:spChg chg="add mod">
          <ac:chgData name="Osvaldo Mañan" userId="f8fa98024bbc244b" providerId="LiveId" clId="{BFF857C3-D08E-4A29-A6EE-0D8C68FF9E05}" dt="2026-04-27T15:52:18.206" v="507" actId="1076"/>
          <ac:spMkLst>
            <pc:docMk/>
            <pc:sldMk cId="1786259014" sldId="278"/>
            <ac:spMk id="12" creationId="{F149FB4C-F480-2F9B-3F4E-66B7B565005B}"/>
          </ac:spMkLst>
        </pc:spChg>
        <pc:spChg chg="add del">
          <ac:chgData name="Osvaldo Mañan" userId="f8fa98024bbc244b" providerId="LiveId" clId="{BFF857C3-D08E-4A29-A6EE-0D8C68FF9E05}" dt="2026-04-27T15:08:03.453" v="403" actId="22"/>
          <ac:spMkLst>
            <pc:docMk/>
            <pc:sldMk cId="1786259014" sldId="278"/>
            <ac:spMk id="14" creationId="{29F6BB23-2E2B-D32E-BD23-CD0FA97DF0FA}"/>
          </ac:spMkLst>
        </pc:spChg>
        <pc:spChg chg="add mod">
          <ac:chgData name="Osvaldo Mañan" userId="f8fa98024bbc244b" providerId="LiveId" clId="{BFF857C3-D08E-4A29-A6EE-0D8C68FF9E05}" dt="2026-04-27T15:55:55.259" v="518" actId="14100"/>
          <ac:spMkLst>
            <pc:docMk/>
            <pc:sldMk cId="1786259014" sldId="278"/>
            <ac:spMk id="16" creationId="{F91A8D1A-B584-0B9A-8BF7-36D044E0446E}"/>
          </ac:spMkLst>
        </pc:spChg>
        <pc:spChg chg="add mod">
          <ac:chgData name="Osvaldo Mañan" userId="f8fa98024bbc244b" providerId="LiveId" clId="{BFF857C3-D08E-4A29-A6EE-0D8C68FF9E05}" dt="2026-04-27T15:55:40.188" v="515" actId="1076"/>
          <ac:spMkLst>
            <pc:docMk/>
            <pc:sldMk cId="1786259014" sldId="278"/>
            <ac:spMk id="18" creationId="{3E60D272-D7F4-EC65-CFCB-C06F8526108F}"/>
          </ac:spMkLst>
        </pc:spChg>
        <pc:grpChg chg="add mod">
          <ac:chgData name="Osvaldo Mañan" userId="f8fa98024bbc244b" providerId="LiveId" clId="{BFF857C3-D08E-4A29-A6EE-0D8C68FF9E05}" dt="2026-04-27T15:02:59.098" v="365" actId="1076"/>
          <ac:grpSpMkLst>
            <pc:docMk/>
            <pc:sldMk cId="1786259014" sldId="278"/>
            <ac:grpSpMk id="4" creationId="{26F8256A-A4CF-6D43-332D-DAD604655E27}"/>
          </ac:grpSpMkLst>
        </pc:grpChg>
        <pc:picChg chg="add del mod">
          <ac:chgData name="Osvaldo Mañan" userId="f8fa98024bbc244b" providerId="LiveId" clId="{BFF857C3-D08E-4A29-A6EE-0D8C68FF9E05}" dt="2026-04-27T15:02:35.256" v="362" actId="478"/>
          <ac:picMkLst>
            <pc:docMk/>
            <pc:sldMk cId="1786259014" sldId="278"/>
            <ac:picMk id="3" creationId="{B64C3AAE-D64C-BD1D-F121-39FDF14FD6F6}"/>
          </ac:picMkLst>
        </pc:picChg>
        <pc:picChg chg="mod">
          <ac:chgData name="Osvaldo Mañan" userId="f8fa98024bbc244b" providerId="LiveId" clId="{BFF857C3-D08E-4A29-A6EE-0D8C68FF9E05}" dt="2026-04-27T15:02:56.064" v="363"/>
          <ac:picMkLst>
            <pc:docMk/>
            <pc:sldMk cId="1786259014" sldId="278"/>
            <ac:picMk id="5" creationId="{29911290-CADC-063F-B610-DE690602C384}"/>
          </ac:picMkLst>
        </pc:picChg>
        <pc:picChg chg="mod">
          <ac:chgData name="Osvaldo Mañan" userId="f8fa98024bbc244b" providerId="LiveId" clId="{BFF857C3-D08E-4A29-A6EE-0D8C68FF9E05}" dt="2026-04-27T15:02:56.064" v="363"/>
          <ac:picMkLst>
            <pc:docMk/>
            <pc:sldMk cId="1786259014" sldId="278"/>
            <ac:picMk id="6" creationId="{33F6A668-6BED-2D35-8B37-36D1D93ACE7E}"/>
          </ac:picMkLst>
        </pc:picChg>
      </pc:sldChg>
      <pc:sldChg chg="addSp delSp modSp new mod modTransition setBg">
        <pc:chgData name="Osvaldo Mañan" userId="f8fa98024bbc244b" providerId="LiveId" clId="{BFF857C3-D08E-4A29-A6EE-0D8C68FF9E05}" dt="2026-04-27T18:20:30.961" v="950"/>
        <pc:sldMkLst>
          <pc:docMk/>
          <pc:sldMk cId="725353756" sldId="279"/>
        </pc:sldMkLst>
        <pc:spChg chg="add del">
          <ac:chgData name="Osvaldo Mañan" userId="f8fa98024bbc244b" providerId="LiveId" clId="{BFF857C3-D08E-4A29-A6EE-0D8C68FF9E05}" dt="2026-04-27T17:24:17.005" v="604" actId="22"/>
          <ac:spMkLst>
            <pc:docMk/>
            <pc:sldMk cId="725353756" sldId="279"/>
            <ac:spMk id="3" creationId="{4BF005F9-C138-A410-88CF-CA83279DBEF7}"/>
          </ac:spMkLst>
        </pc:spChg>
        <pc:spChg chg="add mod">
          <ac:chgData name="Osvaldo Mañan" userId="f8fa98024bbc244b" providerId="LiveId" clId="{BFF857C3-D08E-4A29-A6EE-0D8C68FF9E05}" dt="2026-04-27T17:36:59.089" v="680" actId="20577"/>
          <ac:spMkLst>
            <pc:docMk/>
            <pc:sldMk cId="725353756" sldId="279"/>
            <ac:spMk id="4" creationId="{8F005F49-E2A5-4BF7-E96E-DC627E923253}"/>
          </ac:spMkLst>
        </pc:spChg>
        <pc:spChg chg="add mod">
          <ac:chgData name="Osvaldo Mañan" userId="f8fa98024bbc244b" providerId="LiveId" clId="{BFF857C3-D08E-4A29-A6EE-0D8C68FF9E05}" dt="2026-04-27T17:24:30.132" v="607"/>
          <ac:spMkLst>
            <pc:docMk/>
            <pc:sldMk cId="725353756" sldId="279"/>
            <ac:spMk id="8" creationId="{563F93DC-4644-7827-4446-805DCED780B8}"/>
          </ac:spMkLst>
        </pc:spChg>
        <pc:spChg chg="add del">
          <ac:chgData name="Osvaldo Mañan" userId="f8fa98024bbc244b" providerId="LiveId" clId="{BFF857C3-D08E-4A29-A6EE-0D8C68FF9E05}" dt="2026-04-27T17:24:35.066" v="609" actId="22"/>
          <ac:spMkLst>
            <pc:docMk/>
            <pc:sldMk cId="725353756" sldId="279"/>
            <ac:spMk id="10" creationId="{36864C62-EFA6-66B8-DB38-1C4641333D17}"/>
          </ac:spMkLst>
        </pc:spChg>
        <pc:spChg chg="add mod">
          <ac:chgData name="Osvaldo Mañan" userId="f8fa98024bbc244b" providerId="LiveId" clId="{BFF857C3-D08E-4A29-A6EE-0D8C68FF9E05}" dt="2026-04-27T17:48:58.283" v="929" actId="20577"/>
          <ac:spMkLst>
            <pc:docMk/>
            <pc:sldMk cId="725353756" sldId="279"/>
            <ac:spMk id="11" creationId="{915B1EB5-1302-6A12-4416-1D09B65FE676}"/>
          </ac:spMkLst>
        </pc:spChg>
        <pc:spChg chg="add mod">
          <ac:chgData name="Osvaldo Mañan" userId="f8fa98024bbc244b" providerId="LiveId" clId="{BFF857C3-D08E-4A29-A6EE-0D8C68FF9E05}" dt="2026-04-27T17:43:53.765" v="700" actId="1076"/>
          <ac:spMkLst>
            <pc:docMk/>
            <pc:sldMk cId="725353756" sldId="279"/>
            <ac:spMk id="12" creationId="{DAB6B745-DE97-95F9-C8FD-5BB4A453B281}"/>
          </ac:spMkLst>
        </pc:spChg>
        <pc:spChg chg="add mod">
          <ac:chgData name="Osvaldo Mañan" userId="f8fa98024bbc244b" providerId="LiveId" clId="{BFF857C3-D08E-4A29-A6EE-0D8C68FF9E05}" dt="2026-04-27T17:43:53.765" v="700" actId="1076"/>
          <ac:spMkLst>
            <pc:docMk/>
            <pc:sldMk cId="725353756" sldId="279"/>
            <ac:spMk id="13" creationId="{B91561A8-EF11-E33B-240D-00CEABBA8B1C}"/>
          </ac:spMkLst>
        </pc:spChg>
        <pc:spChg chg="add mod">
          <ac:chgData name="Osvaldo Mañan" userId="f8fa98024bbc244b" providerId="LiveId" clId="{BFF857C3-D08E-4A29-A6EE-0D8C68FF9E05}" dt="2026-04-27T17:46:27.336" v="882" actId="207"/>
          <ac:spMkLst>
            <pc:docMk/>
            <pc:sldMk cId="725353756" sldId="279"/>
            <ac:spMk id="14" creationId="{E90DDE6F-3955-078E-ACA6-C3B296E8D937}"/>
          </ac:spMkLst>
        </pc:spChg>
        <pc:spChg chg="add mod">
          <ac:chgData name="Osvaldo Mañan" userId="f8fa98024bbc244b" providerId="LiveId" clId="{BFF857C3-D08E-4A29-A6EE-0D8C68FF9E05}" dt="2026-04-27T17:51:57.289" v="930" actId="14100"/>
          <ac:spMkLst>
            <pc:docMk/>
            <pc:sldMk cId="725353756" sldId="279"/>
            <ac:spMk id="15" creationId="{BFFA38C3-772D-1550-0053-6031947CE438}"/>
          </ac:spMkLst>
        </pc:spChg>
        <pc:spChg chg="add mod">
          <ac:chgData name="Osvaldo Mañan" userId="f8fa98024bbc244b" providerId="LiveId" clId="{BFF857C3-D08E-4A29-A6EE-0D8C68FF9E05}" dt="2026-04-27T17:51:59.421" v="931" actId="1076"/>
          <ac:spMkLst>
            <pc:docMk/>
            <pc:sldMk cId="725353756" sldId="279"/>
            <ac:spMk id="16" creationId="{C980A225-345C-F130-9D45-1257121E5EAC}"/>
          </ac:spMkLst>
        </pc:spChg>
        <pc:spChg chg="add mod">
          <ac:chgData name="Osvaldo Mañan" userId="f8fa98024bbc244b" providerId="LiveId" clId="{BFF857C3-D08E-4A29-A6EE-0D8C68FF9E05}" dt="2026-04-27T17:46:22.308" v="881" actId="207"/>
          <ac:spMkLst>
            <pc:docMk/>
            <pc:sldMk cId="725353756" sldId="279"/>
            <ac:spMk id="17" creationId="{F0EB5AED-8F84-CC3A-5EED-1181F7B6A796}"/>
          </ac:spMkLst>
        </pc:spChg>
        <pc:spChg chg="add mod">
          <ac:chgData name="Osvaldo Mañan" userId="f8fa98024bbc244b" providerId="LiveId" clId="{BFF857C3-D08E-4A29-A6EE-0D8C68FF9E05}" dt="2026-04-27T17:46:30.479" v="883"/>
          <ac:spMkLst>
            <pc:docMk/>
            <pc:sldMk cId="725353756" sldId="279"/>
            <ac:spMk id="18" creationId="{A6186B69-13B0-5843-ABA0-9493702E6037}"/>
          </ac:spMkLst>
        </pc:spChg>
        <pc:spChg chg="add mod">
          <ac:chgData name="Osvaldo Mañan" userId="f8fa98024bbc244b" providerId="LiveId" clId="{BFF857C3-D08E-4A29-A6EE-0D8C68FF9E05}" dt="2026-04-27T17:46:34.201" v="887" actId="1076"/>
          <ac:spMkLst>
            <pc:docMk/>
            <pc:sldMk cId="725353756" sldId="279"/>
            <ac:spMk id="19" creationId="{59BDE571-8682-EAEC-3EC2-B9532AA6C5A6}"/>
          </ac:spMkLst>
        </pc:spChg>
        <pc:spChg chg="add mod">
          <ac:chgData name="Osvaldo Mañan" userId="f8fa98024bbc244b" providerId="LiveId" clId="{BFF857C3-D08E-4A29-A6EE-0D8C68FF9E05}" dt="2026-04-27T17:47:14.299" v="912" actId="20577"/>
          <ac:spMkLst>
            <pc:docMk/>
            <pc:sldMk cId="725353756" sldId="279"/>
            <ac:spMk id="20" creationId="{072DC6F4-D4A3-A78D-9713-1779A559AEAB}"/>
          </ac:spMkLst>
        </pc:spChg>
        <pc:spChg chg="add mod">
          <ac:chgData name="Osvaldo Mañan" userId="f8fa98024bbc244b" providerId="LiveId" clId="{BFF857C3-D08E-4A29-A6EE-0D8C68FF9E05}" dt="2026-04-27T17:46:51.587" v="896" actId="20577"/>
          <ac:spMkLst>
            <pc:docMk/>
            <pc:sldMk cId="725353756" sldId="279"/>
            <ac:spMk id="21" creationId="{F5001131-4E6A-CFAE-737D-46E8C877F7B2}"/>
          </ac:spMkLst>
        </pc:spChg>
        <pc:spChg chg="add mod">
          <ac:chgData name="Osvaldo Mañan" userId="f8fa98024bbc244b" providerId="LiveId" clId="{BFF857C3-D08E-4A29-A6EE-0D8C68FF9E05}" dt="2026-04-27T17:46:56.608" v="898"/>
          <ac:spMkLst>
            <pc:docMk/>
            <pc:sldMk cId="725353756" sldId="279"/>
            <ac:spMk id="22" creationId="{838D42E3-4CFD-0785-3599-8D32706E75CD}"/>
          </ac:spMkLst>
        </pc:spChg>
        <pc:spChg chg="add mod">
          <ac:chgData name="Osvaldo Mañan" userId="f8fa98024bbc244b" providerId="LiveId" clId="{BFF857C3-D08E-4A29-A6EE-0D8C68FF9E05}" dt="2026-04-27T17:46:56.608" v="898"/>
          <ac:spMkLst>
            <pc:docMk/>
            <pc:sldMk cId="725353756" sldId="279"/>
            <ac:spMk id="23" creationId="{0B5E6738-868B-7EF0-5962-C64AE6E9516E}"/>
          </ac:spMkLst>
        </pc:spChg>
        <pc:grpChg chg="add mod">
          <ac:chgData name="Osvaldo Mañan" userId="f8fa98024bbc244b" providerId="LiveId" clId="{BFF857C3-D08E-4A29-A6EE-0D8C68FF9E05}" dt="2026-04-27T17:24:25.846" v="606"/>
          <ac:grpSpMkLst>
            <pc:docMk/>
            <pc:sldMk cId="725353756" sldId="279"/>
            <ac:grpSpMk id="5" creationId="{4DBAD323-7201-EFA1-A6F0-51EC2A19F8AB}"/>
          </ac:grpSpMkLst>
        </pc:grpChg>
        <pc:picChg chg="mod">
          <ac:chgData name="Osvaldo Mañan" userId="f8fa98024bbc244b" providerId="LiveId" clId="{BFF857C3-D08E-4A29-A6EE-0D8C68FF9E05}" dt="2026-04-27T17:24:25.846" v="606"/>
          <ac:picMkLst>
            <pc:docMk/>
            <pc:sldMk cId="725353756" sldId="279"/>
            <ac:picMk id="6" creationId="{1721DD57-29EB-693A-9689-7B512268887D}"/>
          </ac:picMkLst>
        </pc:picChg>
        <pc:picChg chg="mod">
          <ac:chgData name="Osvaldo Mañan" userId="f8fa98024bbc244b" providerId="LiveId" clId="{BFF857C3-D08E-4A29-A6EE-0D8C68FF9E05}" dt="2026-04-27T17:24:25.846" v="606"/>
          <ac:picMkLst>
            <pc:docMk/>
            <pc:sldMk cId="725353756" sldId="279"/>
            <ac:picMk id="7" creationId="{7F10212D-C324-433A-DD97-9EAF3B8C6A35}"/>
          </ac:picMkLst>
        </pc:picChg>
      </pc:sldChg>
      <pc:sldChg chg="new del">
        <pc:chgData name="Osvaldo Mañan" userId="f8fa98024bbc244b" providerId="LiveId" clId="{BFF857C3-D08E-4A29-A6EE-0D8C68FF9E05}" dt="2026-04-27T16:42:40.064" v="598" actId="680"/>
        <pc:sldMkLst>
          <pc:docMk/>
          <pc:sldMk cId="2323430029" sldId="279"/>
        </pc:sldMkLst>
      </pc:sldChg>
      <pc:sldMasterChg chg="setBg modSldLayout">
        <pc:chgData name="Osvaldo Mañan" userId="f8fa98024bbc244b" providerId="LiveId" clId="{BFF857C3-D08E-4A29-A6EE-0D8C68FF9E05}" dt="2026-04-27T17:24:08.958" v="602"/>
        <pc:sldMasterMkLst>
          <pc:docMk/>
          <pc:sldMasterMk cId="0" sldId="2147483648"/>
        </pc:sldMasterMkLst>
        <pc:sldLayoutChg chg="setBg">
          <pc:chgData name="Osvaldo Mañan" userId="f8fa98024bbc244b" providerId="LiveId" clId="{BFF857C3-D08E-4A29-A6EE-0D8C68FF9E05}" dt="2026-04-27T17:24:08.958" v="602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6B"/>
                </a:solidFill>
                <a:latin typeface="Trebuchet MS"/>
              </a:defRPr>
            </a:pPr>
            <a:r>
              <a:rPr lang="es-MX" sz="1400" b="0" i="0" u="none" strike="noStrike">
                <a:solidFill>
                  <a:srgbClr val="1B3A6B"/>
                </a:solidFill>
                <a:latin typeface="Trebuchet MS"/>
              </a:rPr>
              <a:t>NNA por tramo etario y sexo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Hombres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0-5 años</c:v>
                </c:pt>
                <c:pt idx="1">
                  <c:v>6-9 años</c:v>
                </c:pt>
                <c:pt idx="2">
                  <c:v>10-13 años</c:v>
                </c:pt>
                <c:pt idx="3">
                  <c:v>14-17 años</c:v>
                </c:pt>
                <c:pt idx="4">
                  <c:v>18 años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2030</c:v>
                </c:pt>
                <c:pt idx="1">
                  <c:v>1700</c:v>
                </c:pt>
                <c:pt idx="2">
                  <c:v>1820</c:v>
                </c:pt>
                <c:pt idx="3">
                  <c:v>1750</c:v>
                </c:pt>
                <c:pt idx="4">
                  <c:v>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66-4AD3-9AED-BE4F9E5434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Mujeres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0-5 años</c:v>
                </c:pt>
                <c:pt idx="1">
                  <c:v>6-9 años</c:v>
                </c:pt>
                <c:pt idx="2">
                  <c:v>10-13 años</c:v>
                </c:pt>
                <c:pt idx="3">
                  <c:v>14-17 años</c:v>
                </c:pt>
                <c:pt idx="4">
                  <c:v>18 años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1980</c:v>
                </c:pt>
                <c:pt idx="1">
                  <c:v>1660</c:v>
                </c:pt>
                <c:pt idx="2">
                  <c:v>1780</c:v>
                </c:pt>
                <c:pt idx="3">
                  <c:v>1710</c:v>
                </c:pt>
                <c:pt idx="4">
                  <c:v>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66-4AD3-9AED-BE4F9E543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C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Trebuchet MS"/>
              </a:defRPr>
            </a:pPr>
            <a:r>
              <a:rPr lang="es-CL" sz="1300" b="0" i="0" u="none" strike="noStrike">
                <a:solidFill>
                  <a:srgbClr val="1B3A6B"/>
                </a:solidFill>
                <a:latin typeface="Trebuchet MS"/>
              </a:rPr>
              <a:t>Conocimiento de derechos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Conocimiento de Derechos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CB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8D-49E3-BCE4-4350E13725B8}"/>
              </c:ext>
            </c:extLst>
          </c:dPt>
          <c:dPt>
            <c:idx val="1"/>
            <c:bubble3D val="0"/>
            <c:spPr>
              <a:solidFill>
                <a:srgbClr val="FFD9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8D-49E3-BCE4-4350E13725B8}"/>
              </c:ext>
            </c:extLst>
          </c:dPt>
          <c:dPt>
            <c:idx val="2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8D-49E3-BCE4-4350E13725B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2C2C2C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D-49E3-BCE4-4350E13725B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2C2C2C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8D-49E3-BCE4-4350E13725B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2C2C2C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8D-49E3-BCE4-4350E13725B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Pleno conocimiento</c:v>
                </c:pt>
                <c:pt idx="1">
                  <c:v>Conocimiento parcial</c:v>
                </c:pt>
                <c:pt idx="2">
                  <c:v>No conoce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42.1</c:v>
                </c:pt>
                <c:pt idx="1">
                  <c:v>49.4</c:v>
                </c:pt>
                <c:pt idx="2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8D-49E3-BCE4-4350E1372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3A6B"/>
                </a:solidFill>
                <a:latin typeface="Trebuchet MS"/>
              </a:defRPr>
            </a:pPr>
            <a:r>
              <a:rPr lang="es-CL" sz="1400" b="0" i="0" u="none" strike="noStrike">
                <a:solidFill>
                  <a:srgbClr val="1B3A6B"/>
                </a:solidFill>
                <a:latin typeface="Trebuchet MS"/>
              </a:rPr>
              <a:t>Cobertura escolar (% por nivel)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3A6B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Educación preescolar</c:v>
                </c:pt>
                <c:pt idx="1">
                  <c:v>Educación básica</c:v>
                </c:pt>
                <c:pt idx="2">
                  <c:v>Educación media</c:v>
                </c:pt>
                <c:pt idx="3">
                  <c:v>Ingreso a superior</c:v>
                </c:pt>
                <c:pt idx="4">
                  <c:v>Egreso de superior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</c:v>
                </c:pt>
                <c:pt idx="1">
                  <c:v>95</c:v>
                </c:pt>
                <c:pt idx="2">
                  <c:v>76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B6-437A-9F0E-8D21A1B56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3A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Trebuchet MS"/>
              </a:defRPr>
            </a:pPr>
            <a:r>
              <a:rPr lang="es-CL" sz="1300" b="0" i="0" u="none" strike="noStrike">
                <a:solidFill>
                  <a:srgbClr val="1B3A6B"/>
                </a:solidFill>
                <a:latin typeface="Trebuchet MS"/>
              </a:rPr>
              <a:t>% de NNA que priorizan cada área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NNA</c:v>
                </c:pt>
              </c:strCache>
            </c:strRef>
          </c:tx>
          <c:spPr>
            <a:solidFill>
              <a:srgbClr val="8E44A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B3A6B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Salud y bienestar</c:v>
                </c:pt>
                <c:pt idx="1">
                  <c:v>Cultura</c:v>
                </c:pt>
                <c:pt idx="2">
                  <c:v>Deporte y recreación</c:v>
                </c:pt>
                <c:pt idx="3">
                  <c:v>Seguridad pública</c:v>
                </c:pt>
                <c:pt idx="4">
                  <c:v>Medio ambiente</c:v>
                </c:pt>
                <c:pt idx="5">
                  <c:v>Educación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52</c:v>
                </c:pt>
                <c:pt idx="2">
                  <c:v>52</c:v>
                </c:pt>
                <c:pt idx="3">
                  <c:v>48</c:v>
                </c:pt>
                <c:pt idx="4">
                  <c:v>38</c:v>
                </c:pt>
                <c:pt idx="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90-408A-AE08-D8ADBA3853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3A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6B"/>
                </a:solidFill>
                <a:latin typeface="Trebuchet MS"/>
              </a:defRPr>
            </a:pPr>
            <a:r>
              <a:rPr lang="es-CL" sz="1200" b="0" i="0" u="none" strike="noStrike">
                <a:solidFill>
                  <a:srgbClr val="1B3A6B"/>
                </a:solidFill>
                <a:latin typeface="Trebuchet MS"/>
              </a:rPr>
              <a:t>Cronograma de implementación (N° acciones)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Acciones</c:v>
                </c:pt>
              </c:strCache>
            </c:strRef>
          </c:tx>
          <c:spPr>
            <a:solidFill>
              <a:srgbClr val="FF6B6B">
                <a:alpha val="9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8E9-4E1A-B7B0-C437F1A5DE9C}"/>
              </c:ext>
            </c:extLst>
          </c:dPt>
          <c:dPt>
            <c:idx val="1"/>
            <c:invertIfNegative val="0"/>
            <c:bubble3D val="0"/>
            <c:spPr>
              <a:solidFill>
                <a:srgbClr val="FFD9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8E9-4E1A-B7B0-C437F1A5DE9C}"/>
              </c:ext>
            </c:extLst>
          </c:dPt>
          <c:dPt>
            <c:idx val="2"/>
            <c:invertIfNegative val="0"/>
            <c:bubble3D val="0"/>
            <c:spPr>
              <a:solidFill>
                <a:srgbClr val="6BCB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8E9-4E1A-B7B0-C437F1A5DE9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3A6B"/>
                    </a:solidFill>
                    <a:latin typeface="Trebuchet MS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Corto plazo (2025-2028)</c:v>
                </c:pt>
                <c:pt idx="1">
                  <c:v>Mediano plazo (2028-2032)</c:v>
                </c:pt>
                <c:pt idx="2">
                  <c:v>Largo plazo (2032-2035)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24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E9-4E1A-B7B0-C437F1A5DE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3A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04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">
            <a:extLst>
              <a:ext uri="{FF2B5EF4-FFF2-40B4-BE49-F238E27FC236}">
                <a16:creationId xmlns:a16="http://schemas.microsoft.com/office/drawing/2014/main" id="{750A81E6-A220-DF60-5827-1EF5BE470468}"/>
              </a:ext>
            </a:extLst>
          </p:cNvPr>
          <p:cNvSpPr/>
          <p:nvPr/>
        </p:nvSpPr>
        <p:spPr>
          <a:xfrm>
            <a:off x="-32004" y="1125739"/>
            <a:ext cx="12224004" cy="2211823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65760" y="2057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B99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PLADECO 2025-2035  ·  Oficina Local de la Niñez</a:t>
            </a:r>
            <a:endParaRPr lang="en-US" sz="2000" dirty="0">
              <a:solidFill>
                <a:srgbClr val="FB991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2004" y="1017037"/>
            <a:ext cx="6390102" cy="2411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7000"/>
              </a:lnSpc>
              <a:buNone/>
            </a:pPr>
            <a:r>
              <a:rPr lang="en-US" sz="3600" b="1" i="1" dirty="0">
                <a:solidFill>
                  <a:srgbClr val="0146CF"/>
                </a:solidFill>
                <a:latin typeface="Trebuchet MS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TU VOZ CONSTRUYE</a:t>
            </a:r>
            <a:r>
              <a:rPr lang="en-US" sz="3600" b="1" i="1" dirty="0">
                <a:solidFill>
                  <a:srgbClr val="0146CF"/>
                </a:solidFill>
              </a:rPr>
              <a:t> </a:t>
            </a:r>
            <a:r>
              <a:rPr lang="en-US" sz="3600" b="1" i="1" dirty="0">
                <a:solidFill>
                  <a:srgbClr val="0146CF"/>
                </a:solidFill>
                <a:latin typeface="Trebuchet MS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RENGO</a:t>
            </a:r>
            <a:endParaRPr lang="en-US" sz="3600" b="1" i="1" dirty="0">
              <a:solidFill>
                <a:srgbClr val="0146CF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3726181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Diagnóstico Comunal de Infancia y Adolescencia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visión de Rengo al 2035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0F2447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15.106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5559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NIÑOS, NIÑAS Y ADOLESCENTES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48463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0F2447"/>
          </a:solidFill>
          <a:ln w="25400">
            <a:solidFill>
              <a:srgbClr val="FB991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3756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B9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4.036</a:t>
            </a:r>
            <a:endParaRPr lang="en-US" sz="3800" dirty="0">
              <a:solidFill>
                <a:srgbClr val="FB991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29000" y="5559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RECOGIDAS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48463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0F2447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12648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217920" y="5559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POBLACIÓN COMUNAL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15400" y="484632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0F2447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91540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006840" y="55595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LOCALIDADES DEL TERRITORIO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al Consejo Consultivo Comunal de NNA  ·  Abril 2026</a:t>
            </a:r>
            <a:endParaRPr lang="en-US" sz="2000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72132C5A-01A3-5340-F98B-8EFCCB38A1B2}"/>
              </a:ext>
            </a:extLst>
          </p:cNvPr>
          <p:cNvGrpSpPr/>
          <p:nvPr/>
        </p:nvGrpSpPr>
        <p:grpSpPr>
          <a:xfrm>
            <a:off x="6454110" y="1580646"/>
            <a:ext cx="5562661" cy="1502151"/>
            <a:chOff x="9239158" y="45505"/>
            <a:chExt cx="2788001" cy="733343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1220B726-0D6C-B77E-66A3-94119891E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68CCAC5C-3782-825F-AB74-52571C5B98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6F8256A-A4CF-6D43-332D-DAD604655E27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9911290-CADC-063F-B610-DE690602C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33F6A668-6BED-2D35-8B37-36D1D93AC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B5ADA51E-8466-DFC6-8DEE-0C7BAF0EF651}"/>
              </a:ext>
            </a:extLst>
          </p:cNvPr>
          <p:cNvSpPr txBox="1"/>
          <p:nvPr/>
        </p:nvSpPr>
        <p:spPr>
          <a:xfrm>
            <a:off x="797378" y="1859339"/>
            <a:ext cx="529862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MX" sz="2000" b="0" i="0" dirty="0">
                <a:solidFill>
                  <a:srgbClr val="000000"/>
                </a:solidFill>
                <a:effectLst/>
              </a:rPr>
              <a:t>Osvaldo Mañán Arce</a:t>
            </a:r>
          </a:p>
          <a:p>
            <a:pPr algn="ctr" rtl="0">
              <a:buNone/>
            </a:pPr>
            <a:endParaRPr lang="es-MX" sz="2000" dirty="0">
              <a:effectLst/>
            </a:endParaRPr>
          </a:p>
          <a:p>
            <a:pPr algn="ctr" rtl="0"/>
            <a:r>
              <a:rPr lang="es-MX" sz="2000" b="0" i="0" dirty="0">
                <a:solidFill>
                  <a:srgbClr val="000000"/>
                </a:solidFill>
                <a:effectLst/>
              </a:rPr>
              <a:t>Administrador Público, Licenciado en Ciencia Política en la Universidad de Talca.</a:t>
            </a:r>
          </a:p>
          <a:p>
            <a:pPr algn="ctr" rtl="0"/>
            <a:endParaRPr lang="es-MX" sz="2000" dirty="0">
              <a:effectLst/>
            </a:endParaRPr>
          </a:p>
          <a:p>
            <a:pPr algn="ctr" rtl="0"/>
            <a:r>
              <a:rPr lang="es-MX" sz="2000" b="0" i="0" dirty="0">
                <a:solidFill>
                  <a:srgbClr val="000000"/>
                </a:solidFill>
                <a:effectLst/>
              </a:rPr>
              <a:t>Doctorado (c) Procesos e Instituciones Políticas de la Universidad Adolfo Ibáñez.</a:t>
            </a:r>
            <a:endParaRPr lang="es-MX" sz="2000" dirty="0">
              <a:effectLst/>
            </a:endParaRPr>
          </a:p>
          <a:p>
            <a:pPr algn="ctr" rtl="0"/>
            <a:endParaRPr lang="es-MX" sz="2000" b="0" i="0" dirty="0">
              <a:solidFill>
                <a:srgbClr val="000000"/>
              </a:solidFill>
              <a:effectLst/>
            </a:endParaRPr>
          </a:p>
          <a:p>
            <a:pPr algn="ctr" rtl="0"/>
            <a:r>
              <a:rPr lang="es-MX" sz="2000" b="0" i="0" dirty="0">
                <a:solidFill>
                  <a:srgbClr val="000000"/>
                </a:solidFill>
                <a:effectLst/>
              </a:rPr>
              <a:t>Diplomado en Gerencia Pública Estratégica </a:t>
            </a:r>
            <a:r>
              <a:rPr lang="es-MX" sz="2000" b="0" i="0" dirty="0" err="1">
                <a:solidFill>
                  <a:srgbClr val="000000"/>
                </a:solidFill>
                <a:effectLst/>
              </a:rPr>
              <a:t>UCh</a:t>
            </a:r>
            <a:endParaRPr lang="es-MX" sz="2000" b="0" i="0" dirty="0">
              <a:solidFill>
                <a:srgbClr val="000000"/>
              </a:solidFill>
              <a:effectLst/>
            </a:endParaRPr>
          </a:p>
          <a:p>
            <a:pPr algn="ctr" rtl="0"/>
            <a:endParaRPr lang="es-MX" sz="2000" b="0" i="0" dirty="0">
              <a:solidFill>
                <a:srgbClr val="000000"/>
              </a:solidFill>
              <a:effectLst/>
            </a:endParaRPr>
          </a:p>
          <a:p>
            <a:pPr algn="ctr"/>
            <a:r>
              <a:rPr lang="es-CL" sz="2000" dirty="0"/>
              <a:t>omanan@munirengo.cl</a:t>
            </a:r>
            <a:endParaRPr lang="es-MX" sz="2000" dirty="0"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49FB4C-F480-2F9B-3F4E-66B7B565005B}"/>
              </a:ext>
            </a:extLst>
          </p:cNvPr>
          <p:cNvSpPr txBox="1"/>
          <p:nvPr/>
        </p:nvSpPr>
        <p:spPr>
          <a:xfrm>
            <a:off x="6746032" y="1927140"/>
            <a:ext cx="46485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CL" sz="2000" b="0" i="0" dirty="0">
                <a:solidFill>
                  <a:srgbClr val="000000"/>
                </a:solidFill>
                <a:effectLst/>
              </a:rPr>
              <a:t>Paula Ramírez Marambio </a:t>
            </a:r>
          </a:p>
          <a:p>
            <a:pPr algn="ctr" rtl="0">
              <a:buNone/>
            </a:pPr>
            <a:endParaRPr lang="es-CL" sz="2000" dirty="0">
              <a:solidFill>
                <a:srgbClr val="000000"/>
              </a:solidFill>
            </a:endParaRPr>
          </a:p>
          <a:p>
            <a:pPr algn="ctr" rtl="0">
              <a:buNone/>
            </a:pPr>
            <a:r>
              <a:rPr lang="es-CL" sz="2000" b="0" i="0" dirty="0">
                <a:solidFill>
                  <a:srgbClr val="000000"/>
                </a:solidFill>
                <a:effectLst/>
              </a:rPr>
              <a:t>Planificador Urbano </a:t>
            </a:r>
            <a:r>
              <a:rPr lang="es-CL" sz="2000" b="0" i="0" dirty="0" err="1">
                <a:solidFill>
                  <a:srgbClr val="000000"/>
                </a:solidFill>
                <a:effectLst/>
              </a:rPr>
              <a:t>Puc</a:t>
            </a:r>
            <a:r>
              <a:rPr lang="es-CL" sz="2000" b="0" i="0" dirty="0">
                <a:solidFill>
                  <a:srgbClr val="000000"/>
                </a:solidFill>
                <a:effectLst/>
              </a:rPr>
              <a:t>, Licenciada en Ciencias Sociales. </a:t>
            </a:r>
            <a:endParaRPr lang="es-CL" sz="2000" dirty="0">
              <a:effectLst/>
            </a:endParaRPr>
          </a:p>
          <a:p>
            <a:pPr algn="ctr" rtl="0"/>
            <a:endParaRPr lang="es-CL" sz="2000" b="0" i="0" dirty="0">
              <a:solidFill>
                <a:srgbClr val="000000"/>
              </a:solidFill>
              <a:effectLst/>
            </a:endParaRPr>
          </a:p>
          <a:p>
            <a:pPr algn="ctr" rtl="0"/>
            <a:r>
              <a:rPr lang="es-CL" sz="2000" b="0" i="0" dirty="0">
                <a:solidFill>
                  <a:srgbClr val="000000"/>
                </a:solidFill>
                <a:effectLst/>
              </a:rPr>
              <a:t>Magister Desarrollo Urbano </a:t>
            </a:r>
            <a:r>
              <a:rPr lang="es-CL" sz="2000" b="0" i="0" dirty="0" err="1">
                <a:solidFill>
                  <a:srgbClr val="000000"/>
                </a:solidFill>
                <a:effectLst/>
              </a:rPr>
              <a:t>Puc</a:t>
            </a:r>
            <a:r>
              <a:rPr lang="es-CL" sz="2000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ctr" rtl="0">
              <a:buFont typeface="Arial" panose="020B0604020202020204" pitchFamily="34" charset="0"/>
              <a:buChar char="•"/>
            </a:pPr>
            <a:endParaRPr lang="es-CL" sz="2000" dirty="0">
              <a:solidFill>
                <a:srgbClr val="000000"/>
              </a:solidFill>
            </a:endParaRPr>
          </a:p>
          <a:p>
            <a:pPr algn="ctr"/>
            <a:r>
              <a:rPr lang="es-CL" sz="2000" dirty="0"/>
              <a:t>ramirezmarambiop@gmail.com</a:t>
            </a:r>
            <a:endParaRPr lang="es-CL" sz="2000" dirty="0">
              <a:effectLst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91A8D1A-B584-0B9A-8BF7-36D044E0446E}"/>
              </a:ext>
            </a:extLst>
          </p:cNvPr>
          <p:cNvSpPr txBox="1"/>
          <p:nvPr/>
        </p:nvSpPr>
        <p:spPr>
          <a:xfrm>
            <a:off x="586272" y="6091631"/>
            <a:ext cx="10808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MX" sz="2000" b="0" i="0" dirty="0">
                <a:solidFill>
                  <a:srgbClr val="000000"/>
                </a:solidFill>
                <a:effectLst/>
              </a:rPr>
              <a:t>Director: Daniel Castillo Campos - Secretaría de Planificación Comunal</a:t>
            </a:r>
            <a:endParaRPr lang="es-MX" sz="2000" dirty="0">
              <a:effectLst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E60D272-D7F4-EC65-CFCB-C06F8526108F}"/>
              </a:ext>
            </a:extLst>
          </p:cNvPr>
          <p:cNvSpPr txBox="1"/>
          <p:nvPr/>
        </p:nvSpPr>
        <p:spPr>
          <a:xfrm>
            <a:off x="586272" y="992002"/>
            <a:ext cx="110194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MX" sz="3200" b="1" i="0" dirty="0">
                <a:solidFill>
                  <a:srgbClr val="000000"/>
                </a:solidFill>
                <a:effectLst/>
              </a:rPr>
              <a:t>Actualización del Plan de Desarrollo Comunal 2025 - 2035 </a:t>
            </a:r>
            <a:endParaRPr lang="es-MX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625901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>
            <a:extLst>
              <a:ext uri="{FF2B5EF4-FFF2-40B4-BE49-F238E27FC236}">
                <a16:creationId xmlns:a16="http://schemas.microsoft.com/office/drawing/2014/main" id="{8F005F49-E2A5-4BF7-E96E-DC627E923253}"/>
              </a:ext>
            </a:extLst>
          </p:cNvPr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Plan de Desarrollo </a:t>
            </a:r>
            <a:r>
              <a:rPr lang="en-US" sz="3200" b="1" dirty="0" err="1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Comunal</a:t>
            </a: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200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DBAD323-7201-EFA1-A6F0-51EC2A19F8AB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721DD57-29EB-693A-9689-7B5122688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F10212D-C324-433A-DD97-9EAF3B8C6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  <p:sp>
        <p:nvSpPr>
          <p:cNvPr id="8" name="Shape 0">
            <a:extLst>
              <a:ext uri="{FF2B5EF4-FFF2-40B4-BE49-F238E27FC236}">
                <a16:creationId xmlns:a16="http://schemas.microsoft.com/office/drawing/2014/main" id="{563F93DC-4644-7827-4446-805DCED780B8}"/>
              </a:ext>
            </a:extLst>
          </p:cNvPr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15B1EB5-1302-6A12-4416-1D09B65FE676}"/>
              </a:ext>
            </a:extLst>
          </p:cNvPr>
          <p:cNvSpPr/>
          <p:nvPr/>
        </p:nvSpPr>
        <p:spPr>
          <a:xfrm>
            <a:off x="365760" y="2804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</a:rPr>
              <a:t>Punto </a:t>
            </a:r>
            <a:r>
              <a:rPr lang="en-US" sz="1100" b="1" dirty="0" err="1">
                <a:solidFill>
                  <a:srgbClr val="FFFFFF"/>
                </a:solidFill>
                <a:latin typeface="Trebuchet MS" pitchFamily="34" charset="0"/>
              </a:rPr>
              <a:t>Inicial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AB6B745-DE97-95F9-C8FD-5BB4A453B281}"/>
              </a:ext>
            </a:extLst>
          </p:cNvPr>
          <p:cNvSpPr/>
          <p:nvPr/>
        </p:nvSpPr>
        <p:spPr>
          <a:xfrm>
            <a:off x="152711" y="2286214"/>
            <a:ext cx="640080" cy="64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91561A8-EF11-E33B-240D-00CEABBA8B1C}"/>
              </a:ext>
            </a:extLst>
          </p:cNvPr>
          <p:cNvSpPr/>
          <p:nvPr/>
        </p:nvSpPr>
        <p:spPr>
          <a:xfrm>
            <a:off x="152711" y="228621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90DDE6F-3955-078E-ACA6-C3B296E8D937}"/>
              </a:ext>
            </a:extLst>
          </p:cNvPr>
          <p:cNvSpPr/>
          <p:nvPr/>
        </p:nvSpPr>
        <p:spPr>
          <a:xfrm>
            <a:off x="905069" y="1623059"/>
            <a:ext cx="712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</a:rPr>
              <a:t>Planificación = Orden </a:t>
            </a: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sym typeface="Wingdings" panose="05000000000000000000" pitchFamily="2" charset="2"/>
              </a:rPr>
              <a:t></a:t>
            </a: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</a:rPr>
              <a:t> Progreso = Desarrollo</a:t>
            </a:r>
            <a:endParaRPr lang="en-US" sz="2000" dirty="0">
              <a:solidFill>
                <a:srgbClr val="FF6B6B"/>
              </a:solidFill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FFA38C3-772D-1550-0053-6031947CE438}"/>
              </a:ext>
            </a:extLst>
          </p:cNvPr>
          <p:cNvSpPr/>
          <p:nvPr/>
        </p:nvSpPr>
        <p:spPr>
          <a:xfrm>
            <a:off x="905069" y="1943099"/>
            <a:ext cx="10814180" cy="20783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s-MX" sz="1700" dirty="0"/>
              <a:t>El Plan de Desarrollo Comunal es un instrumento rector indicado en la Ley Orgánica Constitucional de Municipalidades, debe orientar el desarrollo de la comuna. Se cuenta con un lineamiento de planificación y gestión para que desarrollo comunal sea armónico y participativo (CEPAL, 2024).</a:t>
            </a:r>
          </a:p>
          <a:p>
            <a:pPr algn="just"/>
            <a:endParaRPr lang="es-MX" sz="1700" dirty="0"/>
          </a:p>
          <a:p>
            <a:pPr algn="just"/>
            <a:r>
              <a:rPr lang="es-MX" sz="1700" dirty="0"/>
              <a:t>De acuerdo con el Art. 7 de la mencionada normativa, el PLADECO “Contemplará las acciones orientadas a satisfacer las necesidades de la comunidad local y a promover su avance social, económico y cultural”. Las Municipalidades según el Art. 1 Inc. 2 tienen por finalidad satisfacer las necesidades de la comunidad local y asegurar su participación en el progreso económico, social y cultural de las respectivas comunas.</a:t>
            </a:r>
            <a:endParaRPr lang="es-MX" sz="1700" dirty="0">
              <a:effectLst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980A225-345C-F130-9D45-1257121E5EAC}"/>
              </a:ext>
            </a:extLst>
          </p:cNvPr>
          <p:cNvSpPr/>
          <p:nvPr/>
        </p:nvSpPr>
        <p:spPr>
          <a:xfrm>
            <a:off x="905069" y="4626265"/>
            <a:ext cx="10814180" cy="1891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s-MX" sz="1700" dirty="0"/>
              <a:t>De acuerdo al Art. 7 Inc. 2 de la LOCM “En la elaboración y ejecución del plan comunal de desarrollo, tanto el alcalde como el concejo deberán tener en cuenta la participación ciudadana y la necesaria coordinación con los demás servicios públicos que operen en el ámbito comunal o ejerzan competencias en dicho ámbito.”</a:t>
            </a:r>
          </a:p>
          <a:p>
            <a:pPr lvl="1"/>
            <a:r>
              <a:rPr lang="es-MX" sz="1700" b="1" dirty="0"/>
              <a:t>1. Encuestas de Participación Ciudadana.</a:t>
            </a:r>
            <a:endParaRPr lang="es-MX" sz="1700" dirty="0"/>
          </a:p>
          <a:p>
            <a:pPr lvl="1"/>
            <a:r>
              <a:rPr lang="es-MX" sz="1700" b="1" dirty="0"/>
              <a:t>2. Entrevistas a los diversos actores locales (Funcionarios, Vecinos, Activistas, entre otros.).</a:t>
            </a:r>
            <a:endParaRPr lang="es-MX" sz="1700" dirty="0"/>
          </a:p>
          <a:p>
            <a:pPr lvl="1"/>
            <a:r>
              <a:rPr lang="es-MX" sz="1700" b="1" dirty="0"/>
              <a:t>3. Encuentros Participativos.</a:t>
            </a:r>
            <a:endParaRPr lang="es-MX" sz="1700" dirty="0"/>
          </a:p>
          <a:p>
            <a:pPr lvl="1"/>
            <a:r>
              <a:rPr lang="es-MX" sz="1700" b="1" dirty="0"/>
              <a:t>4. Entrevista a las Autoridades Comunales (Alcalde, Concejales, Consejeros Regionales, Sociedad Civil).</a:t>
            </a:r>
            <a:endParaRPr lang="es-MX" sz="1700" dirty="0"/>
          </a:p>
          <a:p>
            <a:pPr algn="just"/>
            <a:endParaRPr lang="es-MX" sz="1600" dirty="0">
              <a:effectLst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F0EB5AED-8F84-CC3A-5EED-1181F7B6A796}"/>
              </a:ext>
            </a:extLst>
          </p:cNvPr>
          <p:cNvSpPr/>
          <p:nvPr/>
        </p:nvSpPr>
        <p:spPr>
          <a:xfrm>
            <a:off x="905069" y="4235474"/>
            <a:ext cx="71285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9912"/>
                </a:solidFill>
                <a:latin typeface="Trebuchet MS" pitchFamily="34" charset="0"/>
              </a:rPr>
              <a:t>La </a:t>
            </a:r>
            <a:r>
              <a:rPr lang="en-US" sz="2000" b="1" dirty="0" err="1">
                <a:solidFill>
                  <a:srgbClr val="FB9912"/>
                </a:solidFill>
                <a:latin typeface="Trebuchet MS" pitchFamily="34" charset="0"/>
              </a:rPr>
              <a:t>participación</a:t>
            </a:r>
            <a:r>
              <a:rPr lang="en-US" sz="2000" b="1" dirty="0">
                <a:solidFill>
                  <a:srgbClr val="FB9912"/>
                </a:solidFill>
                <a:latin typeface="Trebuchet MS" pitchFamily="34" charset="0"/>
              </a:rPr>
              <a:t> </a:t>
            </a:r>
            <a:r>
              <a:rPr lang="en-US" sz="2000" b="1" dirty="0" err="1">
                <a:solidFill>
                  <a:srgbClr val="FB9912"/>
                </a:solidFill>
                <a:latin typeface="Trebuchet MS" pitchFamily="34" charset="0"/>
              </a:rPr>
              <a:t>permite</a:t>
            </a:r>
            <a:r>
              <a:rPr lang="en-US" sz="2000" b="1" dirty="0">
                <a:solidFill>
                  <a:srgbClr val="FB9912"/>
                </a:solidFill>
                <a:latin typeface="Trebuchet MS" pitchFamily="34" charset="0"/>
              </a:rPr>
              <a:t> </a:t>
            </a:r>
            <a:r>
              <a:rPr lang="en-US" sz="2000" b="1" dirty="0" err="1">
                <a:solidFill>
                  <a:srgbClr val="FB9912"/>
                </a:solidFill>
                <a:latin typeface="Trebuchet MS" pitchFamily="34" charset="0"/>
              </a:rPr>
              <a:t>el</a:t>
            </a:r>
            <a:r>
              <a:rPr lang="en-US" sz="2000" b="1" dirty="0">
                <a:solidFill>
                  <a:srgbClr val="FB9912"/>
                </a:solidFill>
                <a:latin typeface="Trebuchet MS" pitchFamily="34" charset="0"/>
              </a:rPr>
              <a:t> </a:t>
            </a:r>
            <a:r>
              <a:rPr lang="en-US" sz="2000" b="1" dirty="0" err="1">
                <a:solidFill>
                  <a:srgbClr val="FB9912"/>
                </a:solidFill>
                <a:latin typeface="Trebuchet MS" pitchFamily="34" charset="0"/>
              </a:rPr>
              <a:t>progreso</a:t>
            </a:r>
            <a:r>
              <a:rPr lang="en-US" sz="2000" b="1" dirty="0">
                <a:solidFill>
                  <a:srgbClr val="FB9912"/>
                </a:solidFill>
                <a:latin typeface="Trebuchet MS" pitchFamily="34" charset="0"/>
              </a:rPr>
              <a:t>…</a:t>
            </a:r>
            <a:endParaRPr lang="en-US" sz="2000" dirty="0">
              <a:solidFill>
                <a:srgbClr val="FB9912"/>
              </a:solidFill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072DC6F4-D4A3-A78D-9713-1779A559AEAB}"/>
              </a:ext>
            </a:extLst>
          </p:cNvPr>
          <p:cNvSpPr/>
          <p:nvPr/>
        </p:nvSpPr>
        <p:spPr>
          <a:xfrm>
            <a:off x="152711" y="4639484"/>
            <a:ext cx="640080" cy="640080"/>
          </a:xfrm>
          <a:prstGeom prst="ellipse">
            <a:avLst/>
          </a:prstGeom>
          <a:solidFill>
            <a:srgbClr val="FB9912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dirty="0"/>
          </a:p>
          <a:p>
            <a:endParaRPr lang="es-CL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F5001131-4E6A-CFAE-737D-46E8C877F7B2}"/>
              </a:ext>
            </a:extLst>
          </p:cNvPr>
          <p:cNvSpPr/>
          <p:nvPr/>
        </p:nvSpPr>
        <p:spPr>
          <a:xfrm>
            <a:off x="152711" y="46394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72535375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¿De </a:t>
            </a:r>
            <a:r>
              <a:rPr lang="en-US" sz="3200" b="1" dirty="0" err="1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</a:t>
            </a: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vamos a conversar hoy?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miradas sobre Rengo: nuestro presente, nuestras voces y nuestro futuro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77240" y="2304288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77240" y="230428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2240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RENGO HOY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6060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somos, dónde vivimos, cómo es nuestra comuna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777240" y="3264408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77240" y="326440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32004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OPINAN LOS NNA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566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4.036 voces sobre derechos, participación, seguridad y bienestar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777240" y="4224528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77240" y="42245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PLADECO 2025-2035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4526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que construimos para los próximos 10 años de Rengo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777240" y="5184648"/>
            <a:ext cx="868680" cy="640080"/>
          </a:xfrm>
          <a:prstGeom prst="roundRect">
            <a:avLst>
              <a:gd name="adj" fmla="val 14286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777240" y="518464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828800" y="51206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PROYECCIÓN AL 2035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54864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comuna que soñamos: visión, compromisos y desafíos</a:t>
            </a:r>
            <a:endParaRPr lang="en-US" sz="1200" dirty="0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B6B656AA-F26E-0F2F-0AC5-C1AF6F8B0882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DFCF308A-69A8-CCC0-1C09-889A9A7EB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30" name="Imagen 29">
              <a:extLst>
                <a:ext uri="{FF2B5EF4-FFF2-40B4-BE49-F238E27FC236}">
                  <a16:creationId xmlns:a16="http://schemas.microsoft.com/office/drawing/2014/main" id="{CF881C1F-D917-063D-924C-502F70AD0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RENGO HOY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Somos parte de Rengo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 cada 100 personas que viven en Rengo son niños, niñas o adolescentes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66.235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en Rengo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2860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2" name="Text 10"/>
          <p:cNvSpPr/>
          <p:nvPr/>
        </p:nvSpPr>
        <p:spPr>
          <a:xfrm>
            <a:off x="3383280" y="24231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15.106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Niños, niñas y adolescentes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5" name="Text 13"/>
          <p:cNvSpPr/>
          <p:nvPr/>
        </p:nvSpPr>
        <p:spPr>
          <a:xfrm>
            <a:off x="6217920" y="24231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858 km²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5508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territorial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52560" y="228600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8" name="Text 16"/>
          <p:cNvSpPr/>
          <p:nvPr/>
        </p:nvSpPr>
        <p:spPr>
          <a:xfrm>
            <a:off x="9052560" y="24231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8972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vecinales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SOMOS?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855650"/>
            <a:ext cx="5120640" cy="1215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7.647 </a:t>
            </a: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 hombres (51%)
</a:t>
            </a: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7.459 </a:t>
            </a: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 mujeres (49%)
</a:t>
            </a:r>
            <a:r>
              <a:rPr lang="en-US" sz="2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1.972 </a:t>
            </a: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pueblos originarios (Mapuche 89,8%)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309360" y="41605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537960" y="4297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¿DÓNDE VIVIMOS?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470916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unidades vecinales urbanas 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(Rengo centro, Rosario centro, Rienci...)
</a:t>
            </a: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localidades rurales </a:t>
            </a: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(Apalta, Naicura, Esmeralda, Chanqueahue...)
</a:t>
            </a:r>
            <a:endParaRPr lang="en-US" sz="1600" dirty="0"/>
          </a:p>
          <a:p>
            <a:pPr marL="0" indent="0" algn="just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comuna donde lo urbano y lo rural se entrelazan.</a:t>
            </a:r>
            <a:endParaRPr lang="en-US" sz="1600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F4A28186-D87D-EFF7-781D-4B94121255EA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FE2FA5CD-2B83-46FF-B883-AB55E07E9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C6F882D2-4D45-9253-0719-FB05D7EBA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· RENGO HOY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NNA de Rengo, en detalle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edad y sexo · Total: 15.106 NNA (0-18 años)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194560"/>
          <a:ext cx="7132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955280" y="2194560"/>
            <a:ext cx="3703320" cy="3931920"/>
          </a:xfrm>
          <a:prstGeom prst="roundRect">
            <a:avLst>
              <a:gd name="adj" fmla="val 2469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8183880" y="23317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TENDENCIA NACIONAL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83880" y="26974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1,54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8183880" y="3520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hijos por mujer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83880" y="4023360"/>
            <a:ext cx="3330096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población infantil disminuye paulatinamente.</a:t>
            </a:r>
            <a:endParaRPr lang="en-US" sz="1400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edad, más NNA en Rengo: hoy hay más adolescentes que niños/as pequeños.</a:t>
            </a:r>
            <a:endParaRPr lang="en-US" sz="1400" dirty="0"/>
          </a:p>
          <a:p>
            <a:pPr marL="0" indent="0" algn="just">
              <a:buNone/>
            </a:pPr>
            <a:endParaRPr lang="en-US" sz="1400" dirty="0"/>
          </a:p>
          <a:p>
            <a:pPr marL="0" indent="0" algn="just">
              <a:buNone/>
            </a:pP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Infancia MIDEPLAN: 0,18</a:t>
            </a:r>
            <a:endParaRPr lang="en-US" sz="1400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F3DEECC-F92C-4BA5-DA6B-B023E843B303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13CF085D-A81B-DD2F-F289-EC74E308A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3634EF0E-AF7F-AAE6-5E23-3F0D3359D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Escuchamos a 4.036 niños, niñas y adolescentes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encuesta más grande hecha a NNA en la historia de Rengo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ENCUESTA EN NÚMEROS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953512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4.036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28620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participaron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456432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49,6%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33649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universo NNA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959352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005840" y="37947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a 17 años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38679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etario consultado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462272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005840" y="42976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 colegios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06040" y="43708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municipales encuestados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965192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1005840" y="48006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+ 21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48737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educadoras de párvulos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468112"/>
            <a:ext cx="137160" cy="1371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1005840" y="5303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focus group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06040" y="537667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intersectorial por eje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2194560"/>
            <a:ext cx="5897880" cy="3931920"/>
          </a:xfrm>
          <a:prstGeom prst="roundRect">
            <a:avLst>
              <a:gd name="adj" fmla="val 232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98932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¿SOBRE QUÉ LES PREGUNTAMOS?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80760" y="2788920"/>
            <a:ext cx="365760" cy="3657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pPr algn="just"/>
            <a:endParaRPr lang="es-CL" sz="2000"/>
          </a:p>
        </p:txBody>
      </p:sp>
      <p:sp>
        <p:nvSpPr>
          <p:cNvPr id="31" name="Text 29"/>
          <p:cNvSpPr/>
          <p:nvPr/>
        </p:nvSpPr>
        <p:spPr>
          <a:xfrm>
            <a:off x="608076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27706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y bienestar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30449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mental, sexualidad, consumo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0760" y="3383280"/>
            <a:ext cx="365760" cy="36576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pPr algn="just"/>
            <a:endParaRPr lang="es-CL" sz="2000"/>
          </a:p>
        </p:txBody>
      </p:sp>
      <p:sp>
        <p:nvSpPr>
          <p:cNvPr id="35" name="Text 33"/>
          <p:cNvSpPr/>
          <p:nvPr/>
        </p:nvSpPr>
        <p:spPr>
          <a:xfrm>
            <a:off x="60807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3364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Derechos y participación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3639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Conocimiento, escucha, espacios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80760" y="3977640"/>
            <a:ext cx="365760" cy="36576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pPr algn="just"/>
            <a:endParaRPr lang="es-CL" sz="2000"/>
          </a:p>
        </p:txBody>
      </p:sp>
      <p:sp>
        <p:nvSpPr>
          <p:cNvPr id="39" name="Text 37"/>
          <p:cNvSpPr/>
          <p:nvPr/>
        </p:nvSpPr>
        <p:spPr>
          <a:xfrm>
            <a:off x="60807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83680" y="39593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violencia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42336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Barrio, hogar, escuela, bullying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80760" y="4572000"/>
            <a:ext cx="365760" cy="36576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pPr algn="just"/>
            <a:endParaRPr lang="es-CL" sz="2000" dirty="0"/>
          </a:p>
        </p:txBody>
      </p:sp>
      <p:sp>
        <p:nvSpPr>
          <p:cNvPr id="43" name="Text 41"/>
          <p:cNvSpPr/>
          <p:nvPr/>
        </p:nvSpPr>
        <p:spPr>
          <a:xfrm>
            <a:off x="608076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583680" y="45537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Discriminación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83680" y="48280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lugares, frecuencia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80760" y="5166360"/>
            <a:ext cx="365760" cy="3657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pPr algn="just"/>
            <a:endParaRPr lang="es-CL" sz="2000"/>
          </a:p>
        </p:txBody>
      </p:sp>
      <p:sp>
        <p:nvSpPr>
          <p:cNvPr id="47" name="Text 45"/>
          <p:cNvSpPr/>
          <p:nvPr/>
        </p:nvSpPr>
        <p:spPr>
          <a:xfrm>
            <a:off x="6080760" y="5166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0" y="51480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Trabajo infantil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54223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 agrícola, horas, edades</a:t>
            </a:r>
            <a:endParaRPr lang="en-US" sz="1050" dirty="0"/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BFCBD89-F828-4615-0032-7DEC9410C07C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51" name="Imagen 50">
              <a:extLst>
                <a:ext uri="{FF2B5EF4-FFF2-40B4-BE49-F238E27FC236}">
                  <a16:creationId xmlns:a16="http://schemas.microsoft.com/office/drawing/2014/main" id="{27D724B5-18F8-7718-8BC8-5C3DF4F13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A3FF6440-605D-BF6F-22A7-CEDF343BF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¿Conocemos nuestros derechos?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la encuesta a 4.036 NNA · Convención sobre los Derechos del Niño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19456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035040" y="2194560"/>
            <a:ext cx="56235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0" name="Text 7"/>
          <p:cNvSpPr/>
          <p:nvPr/>
        </p:nvSpPr>
        <p:spPr>
          <a:xfrm>
            <a:off x="6263640" y="23317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DERECHO MÁS VALORADO POR NOSOTROS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63640" y="2697480"/>
            <a:ext cx="51663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"Tener una familia"</a:t>
            </a:r>
            <a:endParaRPr lang="en-US" sz="2800" dirty="0"/>
          </a:p>
          <a:p>
            <a:pPr marL="0" indent="0" algn="just">
              <a:buNone/>
            </a:pPr>
            <a:r>
              <a:rPr lang="en-US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31,4% de los NNA lo eligió como su derecho más importante.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6035040" y="4023360"/>
            <a:ext cx="5623560" cy="2103120"/>
          </a:xfrm>
          <a:prstGeom prst="roundRect">
            <a:avLst>
              <a:gd name="adj" fmla="val 434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6263640" y="41605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TEMAS QUE NOS INTERESAN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45262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conflictos familiares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195560" y="4526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37,2%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263640" y="4892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Sexualidad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195560" y="4892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30,9%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263640" y="52578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juvenil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0195560" y="5257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16,6%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263640" y="5623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Multiculturalidad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0195560" y="5623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15,3%</a:t>
            </a:r>
            <a:endParaRPr lang="en-US" sz="2000" dirty="0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113E343E-6564-346C-B4F6-388296D98443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32C80BC6-75F5-55FC-A15F-EE6DCF8E6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A746E27A-BC8F-5B07-ADA0-2186BE39F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785171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¿Nos escuchan en Rengo?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036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participación es un derecho. Esto es lo que pensamos los NNA.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71,4%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 espacios de participación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2" name="Text 10"/>
          <p:cNvSpPr/>
          <p:nvPr/>
        </p:nvSpPr>
        <p:spPr>
          <a:xfrm>
            <a:off x="4297680" y="2331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59,9%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43484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Reconocen instancias municipales de escucha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5" name="Text 13"/>
          <p:cNvSpPr/>
          <p:nvPr/>
        </p:nvSpPr>
        <p:spPr>
          <a:xfrm>
            <a:off x="8046720" y="23317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40,1%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183880" y="31546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insuficientes los canales del municipio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¿QUIÉN NOS ESCUCHA?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6177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</a:t>
            </a:r>
            <a:r>
              <a:rPr lang="en-US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escuchado por su familia
</a:t>
            </a: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31,5% </a:t>
            </a:r>
            <a:r>
              <a:rPr lang="en-US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sus amigos/as
</a:t>
            </a:r>
            <a:r>
              <a:rPr lang="en-US" sz="2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NNA </a:t>
            </a:r>
            <a:r>
              <a:rPr lang="en-US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declaran no ser escuchados por nadie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172200" y="40690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NUESTRO ESPACIO PROPIO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Consejo Consultivo Comunal de NNA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50292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años </a:t>
            </a:r>
            <a:r>
              <a:rPr lang="en-US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trayectoria  ·  </a:t>
            </a: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</a:t>
            </a:r>
            <a:r>
              <a:rPr lang="en-US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activos
</a:t>
            </a:r>
            <a:r>
              <a:rPr lang="en-US" sz="16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propio y participación en decisiones comunales.</a:t>
            </a:r>
            <a:endParaRPr lang="en-US" sz="200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0754146-602A-3A2B-D542-7595D09BDFCD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DB9AC030-D2AF-E7A3-4A4E-10A962CEB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04CF2BB0-7BF7-D161-3C36-5789E73A7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Seguridad: ¿dónde nos sentimos a salvo?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que la comuna debe enfrentar con prioridad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siente más seguro en su CASA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61,9%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BARRIO como inseguro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24,4%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5508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Sufrió alguna forma de violencia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5256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05256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30,1%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8972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(víctima o testigo)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VIOLENCIA SUFRIDA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Psicológica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4754880"/>
            <a:ext cx="1248937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212080" y="46634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12,3%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029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5120640"/>
            <a:ext cx="936702" cy="16459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212080" y="5029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394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5486400"/>
            <a:ext cx="208156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212080" y="53949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2,1%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760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Prefirió no responder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5852160"/>
            <a:ext cx="1040780" cy="16459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212080" y="57607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C75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10,7%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40080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TAMBIÉN NOS PASA QUE...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6177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</a:t>
            </a:r>
            <a:r>
              <a:rPr lang="en-US" sz="12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sufrió discriminación en el colegio (causa principal: apariencia física, 27,8%)
</a:t>
            </a:r>
            <a:r>
              <a:rPr lang="en-US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33,1% </a:t>
            </a:r>
            <a:r>
              <a:rPr lang="en-US" sz="12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 trabajo remunerado, sobre todo en temporada agrícola
</a:t>
            </a:r>
            <a:r>
              <a:rPr lang="en-US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13,5% </a:t>
            </a:r>
            <a:r>
              <a:rPr lang="en-US" sz="12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declaró consumo de sustancias ilícitas</a:t>
            </a:r>
            <a:endParaRPr lang="en-US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8F70216A-D902-A605-9726-E54AF267D728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EB6C2534-EC5D-1A96-C38F-4F9372E90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E23F7BE5-8BED-4329-AE6D-CA35D8DCD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Nuestra educación: los datos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escolar por nivel · Comuna de Rengo 2025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19456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2194560"/>
            <a:ext cx="4069080" cy="3931920"/>
          </a:xfrm>
          <a:prstGeom prst="roundRect">
            <a:avLst>
              <a:gd name="adj" fmla="val 232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10" name="Text 7"/>
          <p:cNvSpPr/>
          <p:nvPr/>
        </p:nvSpPr>
        <p:spPr>
          <a:xfrm>
            <a:off x="78181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LECTURA CRÍTICA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18120" y="2743200"/>
            <a:ext cx="36576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</a:t>
            </a:r>
            <a:r>
              <a:rPr lang="en-US" sz="16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básica: nuestro mayor logro
</a:t>
            </a: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</a:t>
            </a:r>
            <a:r>
              <a:rPr lang="en-US" sz="16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preescolar: brecha crítica en estimulación temprana
</a:t>
            </a:r>
            <a:r>
              <a:rPr lang="en-US" sz="3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</a:t>
            </a:r>
            <a:r>
              <a:rPr lang="en-US" sz="16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 superior: solo 1 de cada 7 NNA termina sus estudios universitarios
</a:t>
            </a:r>
            <a:r>
              <a:rPr lang="en-US" sz="12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escolaridad promedio en Rengo (9,5 años) </a:t>
            </a:r>
            <a:r>
              <a:rPr lang="en-US" sz="12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por debajo del promedio nacional (12 años).</a:t>
            </a:r>
            <a:endParaRPr lang="en-US" sz="3200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0FCBA4B-810D-166A-2AE0-CC598B3FCD7D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5FC13C02-7305-6399-4485-BA99C5D41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0DB4F23-5E29-58FA-0ECF-933C04224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mental: la brecha más urgente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principal preocupación detectada por el Diagnóstico Comunal 2025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109960" cy="13716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 ALERTA INSTITUCIONAL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78892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Déficit crítico de profesionales especializados, listas de espera extensas y alta rotación interrumpen procesos terapéuticos de los NNA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pPr algn="ctr"/>
            <a:endParaRPr lang="es-CL" sz="3200"/>
          </a:p>
        </p:txBody>
      </p:sp>
      <p:sp>
        <p:nvSpPr>
          <p:cNvPr id="13" name="Text 11"/>
          <p:cNvSpPr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74,5%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77240" y="46177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 recibió información sobre salud mental (encuesta)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70248" y="3703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544568" y="3931920"/>
            <a:ext cx="502920" cy="50292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pPr algn="ctr"/>
            <a:endParaRPr lang="es-CL" sz="3200"/>
          </a:p>
        </p:txBody>
      </p:sp>
      <p:sp>
        <p:nvSpPr>
          <p:cNvPr id="18" name="Text 16"/>
          <p:cNvSpPr/>
          <p:nvPr/>
        </p:nvSpPr>
        <p:spPr>
          <a:xfrm>
            <a:off x="454456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184648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39,8%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498848" y="46177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primero con la figura materna ante problemas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991856" y="370332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8266176" y="3931920"/>
            <a:ext cx="502920" cy="5029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pPr algn="ctr"/>
            <a:endParaRPr lang="es-CL" sz="3200"/>
          </a:p>
        </p:txBody>
      </p:sp>
      <p:sp>
        <p:nvSpPr>
          <p:cNvPr id="23" name="Text 21"/>
          <p:cNvSpPr/>
          <p:nvPr/>
        </p:nvSpPr>
        <p:spPr>
          <a:xfrm>
            <a:off x="8266176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06256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155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8220456" y="46177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NNA declararon no ser escuchados por NADIE</a:t>
            </a:r>
            <a:endParaRPr lang="en-US" sz="2000" dirty="0"/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5206ED2-0F1B-35B7-4E6D-D40E769AE4BF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63226C00-A068-3E37-3F6F-EE1C2DA89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32208AE9-5FB9-B97E-E016-56D06D6A9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LO QUE OPINAN LOS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Nuestros derechos en 4 ejes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sobre los Derechos del Niño · Resumen del Diagnóstico Comunal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365760" cy="1965960"/>
          </a:xfrm>
          <a:prstGeom prst="roundRect">
            <a:avLst>
              <a:gd name="adj" fmla="val 25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SUPERVIVENCIA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5156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Salud, alimentación, vivienda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2926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Crece Más, red CESFAM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mental: lista de espera + falta de psicólogos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2148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17" name="Shape 15"/>
          <p:cNvSpPr/>
          <p:nvPr/>
        </p:nvSpPr>
        <p:spPr>
          <a:xfrm>
            <a:off x="6172200" y="2148840"/>
            <a:ext cx="365760" cy="1965960"/>
          </a:xfrm>
          <a:prstGeom prst="roundRect">
            <a:avLst>
              <a:gd name="adj" fmla="val 25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18" name="Text 16"/>
          <p:cNvSpPr/>
          <p:nvPr/>
        </p:nvSpPr>
        <p:spPr>
          <a:xfrm>
            <a:off x="667512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Educación, juego, cultura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2926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cobertura básica · Casa de la Cultura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3429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342900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47% en preescolar · oferta recreativa centralizada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365760" cy="1965960"/>
          </a:xfrm>
          <a:prstGeom prst="roundRect">
            <a:avLst>
              <a:gd name="adj" fmla="val 25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26" name="Text 24"/>
          <p:cNvSpPr/>
          <p:nvPr/>
        </p:nvSpPr>
        <p:spPr>
          <a:xfrm>
            <a:off x="105156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PROTECCIÓN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5156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libre de violencia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5074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325880" y="5074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OLN operando desde dic-2024 · red SPE diversificada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560" y="5577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325880" y="557784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1.182 denuncias VIF en 2024 · 841 NNA en SPE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42976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33" name="Shape 31"/>
          <p:cNvSpPr/>
          <p:nvPr/>
        </p:nvSpPr>
        <p:spPr>
          <a:xfrm>
            <a:off x="6172200" y="4297680"/>
            <a:ext cx="365760" cy="1965960"/>
          </a:xfrm>
          <a:prstGeom prst="roundRect">
            <a:avLst>
              <a:gd name="adj" fmla="val 25000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pPr algn="just"/>
            <a:endParaRPr lang="es-CL" sz="2800"/>
          </a:p>
        </p:txBody>
      </p:sp>
      <p:sp>
        <p:nvSpPr>
          <p:cNvPr id="34" name="Text 32"/>
          <p:cNvSpPr/>
          <p:nvPr/>
        </p:nvSpPr>
        <p:spPr>
          <a:xfrm>
            <a:off x="6675120" y="4389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PARTICIPACIÓN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67512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Información, opinión, voz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75120" y="5074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CCCNNA con +16 años · 71% identifica espacios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75120" y="5577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 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949440" y="557784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40,1% no percibe canales municipales reales</a:t>
            </a:r>
            <a:endParaRPr lang="en-US" sz="1600" dirty="0"/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77D7460E-2927-3C96-A437-1B1E7E28A5D4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0B16AD54-C515-8F1D-FE5A-71F06C13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BA736D3A-BE5B-CAAE-57E1-B9E5DEABE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ENCUESTA ONLINE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Encuesta online a NNA · Diagnóstico Participativo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niños, niñas y adolescentes participaron desde 8 localidades de la comuna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Respondientes en línea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14-18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etario predominante (62%)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5508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Localidades representadas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 sz="2000"/>
          </a:p>
        </p:txBody>
      </p:sp>
      <p:sp>
        <p:nvSpPr>
          <p:cNvPr id="18" name="Text 16"/>
          <p:cNvSpPr/>
          <p:nvPr/>
        </p:nvSpPr>
        <p:spPr>
          <a:xfrm>
            <a:off x="905256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52% / 48%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8972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/ Mujeres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¿DE DÓNDE VIENEN?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Urbano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4617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91032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Chanqueahue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49103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52029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Rosario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52029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54955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Esmeralda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54955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57881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(Portezuelo, Los Gomeros, Lo de Lobo…)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54880" y="57881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640080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¿DE QUÉ COLEGIOS?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6177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Liceo Luis Urbina Flores </a:t>
            </a: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
</a:t>
            </a: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Esc. Vicente Huidobro </a:t>
            </a: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 ·  </a:t>
            </a: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Liceo Bicentenario Oriente </a:t>
            </a: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
</a:t>
            </a:r>
            <a:r>
              <a:rPr lang="en-US" sz="16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Liceo Industrial </a:t>
            </a:r>
            <a:r>
              <a:rPr lang="en-US" sz="14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
</a:t>
            </a:r>
            <a:r>
              <a:rPr lang="en-US" sz="1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7 establecimientos más representados (1 NNA por colegio).</a:t>
            </a:r>
            <a:endParaRPr lang="en-US" sz="1600" dirty="0"/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A7E2AF8F-B986-F570-DAD4-E36062455219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36" name="Imagen 35">
              <a:extLst>
                <a:ext uri="{FF2B5EF4-FFF2-40B4-BE49-F238E27FC236}">
                  <a16:creationId xmlns:a16="http://schemas.microsoft.com/office/drawing/2014/main" id="{0514A52C-4487-B64D-6843-3A67E8BEE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55F268F7-D13B-2F3D-7ECD-00C076453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ENCUESTA ONLINE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priorizan los NNA para el PLADECO?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áreas más mencionadas por los NNA encuestados online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48640" y="219456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2194560"/>
            <a:ext cx="40690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0" name="Text 7"/>
          <p:cNvSpPr/>
          <p:nvPr/>
        </p:nvSpPr>
        <p:spPr>
          <a:xfrm>
            <a:off x="78181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IDENTIDAD LOCAL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818120" y="2606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48%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7818120" y="32461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siente identidad local FUERTE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33% responde "no lo sé"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89520" y="4206240"/>
            <a:ext cx="4069080" cy="1920240"/>
          </a:xfrm>
          <a:prstGeom prst="roundRect">
            <a:avLst>
              <a:gd name="adj" fmla="val 476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 sz="2800"/>
          </a:p>
        </p:txBody>
      </p:sp>
      <p:sp>
        <p:nvSpPr>
          <p:cNvPr id="14" name="Text 11"/>
          <p:cNvSpPr/>
          <p:nvPr/>
        </p:nvSpPr>
        <p:spPr>
          <a:xfrm>
            <a:off x="781812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¿NOS ESCUCHAN LOS ADULTOS?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18120" y="4663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7818120" y="53492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"A VECES"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24% siente escucha permanente</a:t>
            </a:r>
            <a:endParaRPr lang="en-US" sz="16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9CEF901-FF14-3BC0-E653-C81EBBADAD10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51C92BC3-7C5C-C8BC-7E17-7DDA11688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CE5E653-F8AA-53EC-3C60-19FB8E044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ENCUESTA ONLINE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Violencia escolar y calidad de vida en Rengo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que la encuesta online confirma y profundiza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 o vivió violencia en su colegio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Acudiría a profesor/inspector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21792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2.9/5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5508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 a Rengo como lugar para vivir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52560" y="219456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052560" y="23317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38%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189720" y="31546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Inseguridad por consumo alcohol/drogas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VIOLENCIA ESCOLAR (REPORTE ONLINE)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4663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Peleas físicas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4754880"/>
            <a:ext cx="1237488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212080" y="466344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Burlas o acoso verbal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5120640"/>
            <a:ext cx="1024128" cy="16459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212080" y="502920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394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o exclusión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23360" y="5486400"/>
            <a:ext cx="1024128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5212080" y="53949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760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Ciberacoso (redes sociales)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23360" y="5852160"/>
            <a:ext cx="426720" cy="1645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212080" y="576072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1148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40080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HA CAMBIADO RENGO (PASADO vs HOY)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61772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</a:t>
            </a:r>
            <a:r>
              <a:rPr lang="en-US" sz="12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siente que el barrio sigue </a:t>
            </a: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
</a:t>
            </a:r>
            <a:r>
              <a:rPr lang="en-US" sz="18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</a:t>
            </a:r>
            <a:r>
              <a:rPr lang="en-US" sz="12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cambió para mejor  ·  </a:t>
            </a: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</a:t>
            </a:r>
            <a:r>
              <a:rPr lang="en-US" sz="120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peor
Limpieza barrio: </a:t>
            </a:r>
            <a:r>
              <a:rPr lang="en-US" sz="11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aceptable · 24% sucio</a:t>
            </a:r>
            <a:endParaRPr lang="en-US" sz="2200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D30EBEFE-D334-1497-06FA-D316447F31D2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602EA0E7-D3B6-3C1B-522E-E77C81804E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FDCC335F-1628-D3E1-CD20-077C33389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· ENCUESTA ONLINE NNA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dato más potente: 100% quiere participar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21 NNA respondieron SÍ a "¿Te gustaría participar en proyectos comunales?"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109960" cy="1371600"/>
          </a:xfrm>
          <a:prstGeom prst="roundRect">
            <a:avLst>
              <a:gd name="adj" fmla="val 10000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Quiere participar en proyectos comunales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en su colegio · 33% en la municipalidad · 24% en su barrio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772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SUEÑOS PARA RENGO 2035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verde"
</a:t>
            </a:r>
            <a:r>
              <a:rPr lang="en-US" sz="20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unido"
</a:t>
            </a:r>
            <a:r>
              <a:rPr lang="en-US" sz="2000" b="1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feliz"
</a:t>
            </a:r>
            <a:r>
              <a:rPr lang="en-US" sz="2000" b="1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moderno"
</a:t>
            </a:r>
            <a:r>
              <a:rPr lang="en-US" sz="2000" b="1" i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participativo"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297680" y="370332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52628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TRANSPORTE QUE SUEÑAN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160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71%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526280" y="4983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 gratuito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2628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tren · 10% bici eléctrica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 pública y sostenible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0" y="370332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8275320" y="37947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MENSAJES AL ALCALDE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75320" y="4160520"/>
            <a:ext cx="31546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"Escuchar a los
jóvenes"
</a:t>
            </a:r>
            <a:r>
              <a:rPr lang="en-US" sz="1600" b="1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"Apoyar proyectos
escolares"
</a:t>
            </a:r>
            <a:r>
              <a:rPr lang="en-US" sz="16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"Más espacios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nosotros"</a:t>
            </a:r>
            <a:endParaRPr lang="en-US" sz="160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E9A325D-D510-CE56-1521-B835121E3B17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95AEBF18-2006-0CDC-5369-1986083C0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0249D5B2-1FF0-F8FE-6704-29CC631E5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PLADECO 2025-2035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plan que construimos para Rengo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ejes estratégicos · 32 objetivos · 225 acciones · 200 políticas comunales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87452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Social y Comunitario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34290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87452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 acciones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21488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389120" y="22860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623560" y="23317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Económico y Productivo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623560" y="34290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62356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acciones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1488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138160" y="22860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372600" y="23317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Ordenamiento Territorial y Medio Ambiente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372600" y="34290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937260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acciones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1874520" y="4389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Servicios Públicos e Infraestructura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874520" y="54864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1874520" y="5486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51 acciones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42062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389120" y="43434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5623560" y="438912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Cultura, Deporte e Identidad Local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623560" y="54864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5623560" y="5486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acciones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0" y="420624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8138160" y="434340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372600" y="438912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Municipal y Gobernanza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372600" y="5486400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9372600" y="5486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 acciones</a:t>
            </a:r>
            <a:endParaRPr lang="en-US" sz="1200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9AD17EED-8569-04CF-8B41-E292828BE0E0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2353E8F8-AF62-1355-875B-77EB332DD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08362B25-F494-67F0-0FB8-1F2786C0B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PLADECO 2025-2035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Compromisos del PLADECO con la infancia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hacer por los NNA en los próximos 10 años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640080" cy="64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08760" y="2286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mental para NNA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651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profesionales, intervención preventiva en colegios, articulación con red regional.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21488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640080" cy="640080"/>
          </a:xfrm>
          <a:prstGeom prst="ellipse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35508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32320" y="2286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 preescolar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2651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del 47% al 65% al 2030. Más cupos en jardines de JUNJI, INTEGRA y DAEM.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640080" cy="640080"/>
          </a:xfrm>
          <a:prstGeom prst="ellipse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508760" y="3657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Espacios públicos seguros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023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plazas, multicanchas y áreas verdes en todas las localidades urbanas y rurales.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5204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6355080" y="3794760"/>
            <a:ext cx="640080" cy="640080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35508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132320" y="36576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Prevención de violencia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4023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de parentalidad positiva, fortalecimiento OLN-SPE, habilidades blandas en colegios.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508760" y="5029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Voz protagónica de los NNA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53949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el CCCNNA, abrir mecanismos de consulta juvenil en cada decisión comunal.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48920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6355080" y="516636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35508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132320" y="50292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de brecha rural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0" y="53949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Conectividad, transporte y equipamiento social en las 12 localidades rurales.</a:t>
            </a:r>
            <a:endParaRPr lang="en-US" sz="1600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38991D3C-344F-89E3-E378-B83D157D2B96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E1A3CB10-73AC-9360-5CF5-32D25DB33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1E97E04A-BEF5-FA89-DB78-176F175FA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PLADECO 2025-2035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Compromisos en cifras: la matriz para NNA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479275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Matriz PLADECO (formato SUBDERE) filtrada por acciones que impactan a la infancia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109960" cy="1280160"/>
          </a:xfrm>
          <a:prstGeom prst="roundRect">
            <a:avLst>
              <a:gd name="adj" fmla="val 10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345436" y="2335919"/>
            <a:ext cx="729308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Acciones explícitamente orientadas a niños, niñas y adolescentes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45436" y="2860999"/>
            <a:ext cx="7069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al 26% del total de 225 acciones del PLADECO 2025-2035  ·  + 82 acciones adicionales con impacto indirecto en NNA (cultura, deporte, espacio público)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48640" y="3611880"/>
          <a:ext cx="5486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6172200" y="3611880"/>
            <a:ext cx="548640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400800" y="3703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ÁREAS PROGRAMÁTICAS PRINCIPALES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Salud, Recreación y Bienestar Social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0058400" y="4160520"/>
            <a:ext cx="1097280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11201400" y="40690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Turismo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0058400" y="4526280"/>
            <a:ext cx="853440" cy="1645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11201400" y="44348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058400" y="4892040"/>
            <a:ext cx="853440" cy="164592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11201400" y="48006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y Capacitación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0058400" y="5257800"/>
            <a:ext cx="731520" cy="164592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3"/>
          <p:cNvSpPr/>
          <p:nvPr/>
        </p:nvSpPr>
        <p:spPr>
          <a:xfrm>
            <a:off x="11201400" y="516636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5532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Pública y Espacios Pub.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0058400" y="5623560"/>
            <a:ext cx="487680" cy="16459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6"/>
          <p:cNvSpPr/>
          <p:nvPr/>
        </p:nvSpPr>
        <p:spPr>
          <a:xfrm>
            <a:off x="11201400" y="55321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0" y="5897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Modernización Municipal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10058400" y="5989320"/>
            <a:ext cx="365760" cy="164592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29"/>
          <p:cNvSpPr/>
          <p:nvPr/>
        </p:nvSpPr>
        <p:spPr>
          <a:xfrm>
            <a:off x="11201400" y="58978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C7353359-D203-AA23-FA10-9A3CC1209428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1D29FB6B-2566-56CE-40C2-9063B7FB9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35" name="Imagen 34">
              <a:extLst>
                <a:ext uri="{FF2B5EF4-FFF2-40B4-BE49-F238E27FC236}">
                  <a16:creationId xmlns:a16="http://schemas.microsoft.com/office/drawing/2014/main" id="{FD9A6604-C0F0-6947-C30D-5FB5D1690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  <p:pic>
        <p:nvPicPr>
          <p:cNvPr id="37" name="Imagen 36">
            <a:extLst>
              <a:ext uri="{FF2B5EF4-FFF2-40B4-BE49-F238E27FC236}">
                <a16:creationId xmlns:a16="http://schemas.microsoft.com/office/drawing/2014/main" id="{2D055598-03DD-3E0F-427A-47C158048C2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66" t="1792" r="9071" b="3292"/>
          <a:stretch>
            <a:fillRect/>
          </a:stretch>
        </p:blipFill>
        <p:spPr>
          <a:xfrm>
            <a:off x="10168033" y="2230601"/>
            <a:ext cx="1184989" cy="1213328"/>
          </a:xfrm>
          <a:prstGeom prst="roundRect">
            <a:avLst>
              <a:gd name="adj" fmla="val 8359"/>
            </a:avLst>
          </a:prstGeom>
        </p:spPr>
      </p:pic>
    </p:spTree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PLADECO 2025-2035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Acciones estrella para los NNA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6 iniciativas concretas extraídas de la Matriz PLADECO (formato SUBDERE)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611880" cy="3657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MENTAL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22585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383280" y="22585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Apoyo Psicológico en Escuelas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2461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Fortalecer dotación de profesionales de salud mental en establecimientos educacionales, programa de detección temprana y derivación oportuna.</a:t>
            </a:r>
            <a:endParaRPr lang="en-US" sz="1200" i="1" dirty="0"/>
          </a:p>
        </p:txBody>
      </p:sp>
      <p:sp>
        <p:nvSpPr>
          <p:cNvPr id="15" name="Shape 13"/>
          <p:cNvSpPr/>
          <p:nvPr/>
        </p:nvSpPr>
        <p:spPr>
          <a:xfrm>
            <a:off x="4297680" y="21945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4297680" y="2194560"/>
            <a:ext cx="3611880" cy="3657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434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CONVIVENCIA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2585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132320" y="22585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Política Comunal de Convivencia Educativa "Mejor Comunidad"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32918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comunal de convivencia escolar, prevención de violencia y mediación. Responde al 76% que vio violencia en colegio.</a:t>
            </a:r>
            <a:endParaRPr lang="en-US" sz="1200" i="1" dirty="0"/>
          </a:p>
        </p:txBody>
      </p:sp>
      <p:sp>
        <p:nvSpPr>
          <p:cNvPr id="22" name="Shape 20"/>
          <p:cNvSpPr/>
          <p:nvPr/>
        </p:nvSpPr>
        <p:spPr>
          <a:xfrm>
            <a:off x="8046720" y="21945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046720" y="2194560"/>
            <a:ext cx="3611880" cy="36576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81838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881360" y="22585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10881360" y="22585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Programa de Seguridad Digital para Niños y Adolescentes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83880" y="32918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en seguridad digital en los 32 establecimientos: ciberbullying, grooming, uso responsable de redes sociales.</a:t>
            </a:r>
            <a:endParaRPr lang="en-US" sz="1200" i="1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548640" y="4251960"/>
            <a:ext cx="3611880" cy="36576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8580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DEPORTE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43159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383280" y="4315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4709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Escuelas Deportivas de Verano e Invierno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53492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Escuelas municipales para NNA de 6 a 17 años en Rengo Urbano, Rosario y localidades rurales. Fútbol, básquet, atletismo, natación.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97680" y="4251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4297680" y="4251960"/>
            <a:ext cx="361188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443484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PARENTALIDAD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43159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7132320" y="4315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34840" y="4709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Escuela Empoderamiento para Padres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34840" y="53492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de parentalidad positiva. Responde al diagnóstico: 58,7% de apoderados sin herramientas adecuadas.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046720" y="4251960"/>
            <a:ext cx="3611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54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Shape 42"/>
          <p:cNvSpPr/>
          <p:nvPr/>
        </p:nvSpPr>
        <p:spPr>
          <a:xfrm>
            <a:off x="8046720" y="4251960"/>
            <a:ext cx="3611880" cy="365760"/>
          </a:xfrm>
          <a:prstGeom prst="rect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8183880" y="4251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881360" y="43159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10881360" y="4315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83880" y="47091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Guerrero de Rengo: Complejo Deportivo Multifuncional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83880" y="5349240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Estudio, diseño y postulación de complejo con canchas techadas, gimnasio, piscina temperada, salas multiuso para toda la comunidad.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26364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C757D"/>
                </a:solidFill>
              </a:rPr>
              <a:t>Plazos: </a:t>
            </a:r>
            <a:r>
              <a:rPr lang="en-US" sz="900" b="1" i="1" dirty="0">
                <a:solidFill>
                  <a:srgbClr val="FF6B6B"/>
                </a:solidFill>
              </a:rPr>
              <a:t>C </a:t>
            </a:r>
            <a:r>
              <a:rPr lang="en-US" sz="900" i="1" dirty="0">
                <a:solidFill>
                  <a:srgbClr val="6C757D"/>
                </a:solidFill>
              </a:rPr>
              <a:t>= Corto (2025-2028)  ·  </a:t>
            </a:r>
            <a:r>
              <a:rPr lang="en-US" sz="900" b="1" i="1" dirty="0">
                <a:solidFill>
                  <a:srgbClr val="FFD93D"/>
                </a:solidFill>
              </a:rPr>
              <a:t>M </a:t>
            </a:r>
            <a:r>
              <a:rPr lang="en-US" sz="900" i="1" dirty="0">
                <a:solidFill>
                  <a:srgbClr val="6C757D"/>
                </a:solidFill>
              </a:rPr>
              <a:t>= Mediano (2028-2032)  ·  </a:t>
            </a:r>
            <a:r>
              <a:rPr lang="en-US" sz="900" b="1" i="1" dirty="0">
                <a:solidFill>
                  <a:srgbClr val="6BCB77"/>
                </a:solidFill>
              </a:rPr>
              <a:t>L </a:t>
            </a:r>
            <a:r>
              <a:rPr lang="en-US" sz="900" i="1" dirty="0">
                <a:solidFill>
                  <a:srgbClr val="6C757D"/>
                </a:solidFill>
              </a:rPr>
              <a:t>= Largo (2032-2035)</a:t>
            </a:r>
            <a:endParaRPr lang="en-US" sz="900" dirty="0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E6188D0E-8BBC-A15C-3C47-0331989B3D10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D459BACB-A866-E7BB-5363-C5AD8225C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CBE1E6DF-A8F2-D78D-3638-4EF27CF4C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· PLADECO 2025-2035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58400" y="6446520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Rengo ·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¿Quién, cómo y con </a:t>
            </a:r>
            <a:r>
              <a:rPr lang="en-US" sz="3200" b="1" dirty="0" err="1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qué</a:t>
            </a:r>
            <a:r>
              <a:rPr lang="en-US" sz="3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 Implementación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Articulación intersectorial y arquitectura financiera de los compromisos NNA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RESPONSABLES MUNICIPALES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SECPLAN + DOM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6974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acciones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980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Turismo + SECPLAN + DIDECO + OLN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298094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acciones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3264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Salud Municipal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32644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acciones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868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 (Educación Municipal)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354787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acciones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" y="3831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Depto. Deportes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383133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acciones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DIDECO + OMIL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411480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acciones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21945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0080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FUENTES DE FINANCIAMIENTO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(recursos propios)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60704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acc.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2980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FNDR + MINVU + Municipal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607040" y="29809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acc.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32644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+ IND + Privados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607040" y="3264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acc.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35478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+ MINSAL + Servicio Salud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607040" y="3547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acc.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3831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+ SUBDERE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607040" y="38313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acc.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+ SPD + FNDR (Seguridad)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607040" y="4114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E44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acc.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617720"/>
            <a:ext cx="11109960" cy="1600200"/>
          </a:xfrm>
          <a:prstGeom prst="roundRect">
            <a:avLst>
              <a:gd name="adj" fmla="val 857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777240" y="4709160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METAS MEDIBLES PARA LA INFANCIA AL 2028 / 2035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" y="51663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86868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 preescolar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" y="54864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2024 → 2028 → 2035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68680" y="5715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75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47%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3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520440" y="51663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61188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Apoyo psicosocial escolar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11880" y="54864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2024 → 2028 → 2035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11880" y="5715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75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Parcial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establ.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3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establ.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63640" y="51663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635508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Acciones NNA ejecutadas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55080" y="54864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2024 → 2028 → 2035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355080" y="5715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75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 (corto)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3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 (total)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006840" y="516636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909828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Inversión rural NNA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98280" y="548640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2024 → 2028 → 2035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9098280" y="57150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75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Baja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+30% anual</a:t>
            </a:r>
            <a:r>
              <a:rPr lang="en-US" sz="1000" dirty="0">
                <a:solidFill>
                  <a:srgbClr val="6C757D"/>
                </a:solidFill>
              </a:rPr>
              <a:t>  →  </a:t>
            </a:r>
            <a:r>
              <a:rPr lang="en-US" sz="1300" b="1" dirty="0">
                <a:solidFill>
                  <a:srgbClr val="6BCB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+50% anual</a:t>
            </a:r>
            <a:endParaRPr lang="en-US" sz="1100" dirty="0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3E439025-B396-868D-26F2-0D087C0A0CFE}"/>
              </a:ext>
            </a:extLst>
          </p:cNvPr>
          <p:cNvGrpSpPr/>
          <p:nvPr/>
        </p:nvGrpSpPr>
        <p:grpSpPr>
          <a:xfrm>
            <a:off x="9239158" y="45505"/>
            <a:ext cx="2788001" cy="733343"/>
            <a:chOff x="9239158" y="45505"/>
            <a:chExt cx="2788001" cy="733343"/>
          </a:xfrm>
        </p:grpSpPr>
        <p:pic>
          <p:nvPicPr>
            <p:cNvPr id="55" name="Imagen 54">
              <a:extLst>
                <a:ext uri="{FF2B5EF4-FFF2-40B4-BE49-F238E27FC236}">
                  <a16:creationId xmlns:a16="http://schemas.microsoft.com/office/drawing/2014/main" id="{FFB09975-0272-C539-83BF-F6C3D85D7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56" name="Imagen 55">
              <a:extLst>
                <a:ext uri="{FF2B5EF4-FFF2-40B4-BE49-F238E27FC236}">
                  <a16:creationId xmlns:a16="http://schemas.microsoft.com/office/drawing/2014/main" id="{01EA4371-64D3-ABBE-958A-A63368698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ILUSTRE MUNICIPALIDAD DE RENGO  ·  PLADECO 2025-2035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· PROYECCIÓN AL 2035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comuna que soñamos al 2035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apuestas estructurales que orientarán a Rengo durante la próxima década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F2447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pPr algn="ctr"/>
            <a:endParaRPr lang="es-CL" sz="280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COMUNA INCLUSIVA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niño/a postergado. Cierre de brechas urbano-rurales y atención prioritaria a NNA, adultos mayores y migrantes.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72200" y="246888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F2447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pPr algn="ctr"/>
            <a:endParaRPr lang="es-CL" sz="280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COMUNA SOSTENIBLE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306324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Ordenamiento territorial responsable, agua segura, energía limpia y patrimonio agrícola protegido.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F2447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pPr algn="ctr"/>
            <a:endParaRPr lang="es-CL" sz="2800"/>
          </a:p>
        </p:txBody>
      </p:sp>
      <p:sp>
        <p:nvSpPr>
          <p:cNvPr id="17" name="Text 15"/>
          <p:cNvSpPr/>
          <p:nvPr/>
        </p:nvSpPr>
        <p:spPr>
          <a:xfrm>
            <a:off x="731520" y="43434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COMUNA PARTICIPATIVA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con la voz de los NNA, juntas vecinales y organizaciones. Gobierno abierto y transparente.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172200" y="434340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F2447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pPr algn="ctr"/>
            <a:endParaRPr lang="es-CL" sz="2800"/>
          </a:p>
        </p:txBody>
      </p:sp>
      <p:sp>
        <p:nvSpPr>
          <p:cNvPr id="21" name="Text 19"/>
          <p:cNvSpPr/>
          <p:nvPr/>
        </p:nvSpPr>
        <p:spPr>
          <a:xfrm>
            <a:off x="6355080" y="43434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COMUNA INNOVADORA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4937760"/>
            <a:ext cx="4983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de calidad, oportunidades laborales, turismo y cultura como motor de desarrollo local.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Visión 2035</a:t>
            </a:r>
            <a:endParaRPr lang="en-US" sz="1400" dirty="0"/>
          </a:p>
        </p:txBody>
      </p:sp>
    </p:spTree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  ·  PLADECO 2025-2035  ·  Oficina Local de la Niñez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048" y="914400"/>
            <a:ext cx="12188952" cy="1554480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320040" y="1028700"/>
            <a:ext cx="11430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 VOZ</a:t>
            </a:r>
            <a:endParaRPr lang="en-US" sz="6000" dirty="0">
              <a:solidFill>
                <a:srgbClr val="4ECDC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822191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9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 · CONSTRUYE · TRANSFORMA</a:t>
            </a:r>
            <a:endParaRPr lang="en-US" sz="2200" dirty="0">
              <a:solidFill>
                <a:srgbClr val="FB9912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decisiones que se toman en Rengo afectan tu vida.</a:t>
            </a:r>
            <a:endParaRPr lang="en-US" sz="22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diferencia es que ahora vamos a tomarlas escuchándote.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 al CCCNNA y opina en tu colegio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429768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480560" y="44805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CONÉCTATE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la Oficina Local de la Niñez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4297680"/>
            <a:ext cx="352044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B991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229600" y="448056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99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CONSTRUYE</a:t>
            </a:r>
            <a:endParaRPr lang="en-US" sz="2200" dirty="0">
              <a:solidFill>
                <a:srgbClr val="FB991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6676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parte del Rengo que soñamos al 2035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Municipalidad de Rengo  ·  PLADECO 2025-2035  ·  Oficina Local de la Niñez  ·  Abril 2026</a:t>
            </a:r>
            <a:endParaRPr lang="en-US" sz="10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482AF9F-61B3-9825-84ED-53E9F10E86DC}"/>
              </a:ext>
            </a:extLst>
          </p:cNvPr>
          <p:cNvGrpSpPr/>
          <p:nvPr/>
        </p:nvGrpSpPr>
        <p:grpSpPr>
          <a:xfrm>
            <a:off x="6550091" y="960120"/>
            <a:ext cx="5562661" cy="1502151"/>
            <a:chOff x="9239158" y="45505"/>
            <a:chExt cx="2788001" cy="733343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27A55FB1-FFFD-EEFA-558F-6BE65A3CE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401" t="9684" r="10557" b="13203"/>
            <a:stretch>
              <a:fillRect/>
            </a:stretch>
          </p:blipFill>
          <p:spPr>
            <a:xfrm>
              <a:off x="10873656" y="45506"/>
              <a:ext cx="1153503" cy="731734"/>
            </a:xfrm>
            <a:prstGeom prst="rect">
              <a:avLst/>
            </a:prstGeom>
          </p:spPr>
        </p:pic>
        <p:pic>
          <p:nvPicPr>
            <p:cNvPr id="21" name="Imagen 20">
              <a:extLst>
                <a:ext uri="{FF2B5EF4-FFF2-40B4-BE49-F238E27FC236}">
                  <a16:creationId xmlns:a16="http://schemas.microsoft.com/office/drawing/2014/main" id="{01B665C6-4814-0F70-11CB-ABF6D3A4D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27" t="29524" r="46429" b="39066"/>
            <a:stretch>
              <a:fillRect/>
            </a:stretch>
          </p:blipFill>
          <p:spPr>
            <a:xfrm>
              <a:off x="9239158" y="45505"/>
              <a:ext cx="1634498" cy="733343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3061</Words>
  <Application>Microsoft Office PowerPoint</Application>
  <PresentationFormat>Panorámica</PresentationFormat>
  <Paragraphs>509</Paragraphs>
  <Slides>24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I. Municipalidad de Rengo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 voz construye Rengo - PLADECO 2025-2035</dc:title>
  <dc:subject>PptxGenJS Presentation</dc:subject>
  <dc:creator>I. Municipalidad de Rengo - SECPLA + OLN</dc:creator>
  <cp:lastModifiedBy>Osvaldo Mañan</cp:lastModifiedBy>
  <cp:revision>1</cp:revision>
  <dcterms:created xsi:type="dcterms:W3CDTF">2026-04-27T01:17:24Z</dcterms:created>
  <dcterms:modified xsi:type="dcterms:W3CDTF">2026-04-27T18:22:11Z</dcterms:modified>
</cp:coreProperties>
</file>